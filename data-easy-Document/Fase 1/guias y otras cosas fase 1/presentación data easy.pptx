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10287000" cx="18288000"/>
  <p:notesSz cx="6858000" cy="9144000"/>
  <p:embeddedFontLst>
    <p:embeddedFont>
      <p:font typeface="Inter"/>
      <p:bold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1" roundtripDataSignature="AMtx7mhtqQoPvbMuY0Q9AhJFVSa0Nwyc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boldItalic.fntdata"/><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Inter-bold.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3"/>
          <p:cNvSpPr/>
          <p:nvPr>
            <p:ph idx="2" type="pic"/>
          </p:nvPr>
        </p:nvSpPr>
        <p:spPr>
          <a:xfrm>
            <a:off x="1792288" y="612775"/>
            <a:ext cx="5486400" cy="4114800"/>
          </a:xfrm>
          <a:prstGeom prst="rect">
            <a:avLst/>
          </a:prstGeom>
          <a:noFill/>
          <a:ln>
            <a:noFill/>
          </a:ln>
        </p:spPr>
      </p:sp>
      <p:sp>
        <p:nvSpPr>
          <p:cNvPr id="64" name="Google Shape;64;p2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jpg"/><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3.jpg"/><Relationship Id="rId5"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jp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jp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jpg"/><Relationship Id="rId4"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jp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8663" l="0" r="0" t="0"/>
            </a:stretch>
          </a:blipFill>
          <a:ln>
            <a:noFill/>
          </a:ln>
        </p:spPr>
      </p:sp>
      <p:grpSp>
        <p:nvGrpSpPr>
          <p:cNvPr id="85" name="Google Shape;85;p1"/>
          <p:cNvGrpSpPr/>
          <p:nvPr/>
        </p:nvGrpSpPr>
        <p:grpSpPr>
          <a:xfrm rot="2376901">
            <a:off x="6071992" y="-1690875"/>
            <a:ext cx="13552631" cy="21786912"/>
            <a:chOff x="0" y="-38100"/>
            <a:chExt cx="3569417" cy="5738117"/>
          </a:xfrm>
        </p:grpSpPr>
        <p:sp>
          <p:nvSpPr>
            <p:cNvPr id="86" name="Google Shape;86;p1"/>
            <p:cNvSpPr/>
            <p:nvPr/>
          </p:nvSpPr>
          <p:spPr>
            <a:xfrm>
              <a:off x="0" y="0"/>
              <a:ext cx="3569417" cy="5700017"/>
            </a:xfrm>
            <a:custGeom>
              <a:rect b="b" l="l" r="r" t="t"/>
              <a:pathLst>
                <a:path extrusionOk="0" h="5700017" w="3569417">
                  <a:moveTo>
                    <a:pt x="0" y="0"/>
                  </a:moveTo>
                  <a:lnTo>
                    <a:pt x="3569417" y="0"/>
                  </a:lnTo>
                  <a:lnTo>
                    <a:pt x="3569417" y="5700017"/>
                  </a:lnTo>
                  <a:lnTo>
                    <a:pt x="0" y="5700017"/>
                  </a:lnTo>
                  <a:close/>
                </a:path>
              </a:pathLst>
            </a:custGeom>
            <a:solidFill>
              <a:srgbClr val="000A1F">
                <a:alpha val="60000"/>
              </a:srgbClr>
            </a:solidFill>
            <a:ln>
              <a:noFill/>
            </a:ln>
          </p:spPr>
        </p:sp>
        <p:sp>
          <p:nvSpPr>
            <p:cNvPr id="87" name="Google Shape;87;p1"/>
            <p:cNvSpPr txBox="1"/>
            <p:nvPr/>
          </p:nvSpPr>
          <p:spPr>
            <a:xfrm>
              <a:off x="0" y="-38100"/>
              <a:ext cx="3569417" cy="5738117"/>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8" name="Google Shape;88;p1"/>
          <p:cNvGrpSpPr/>
          <p:nvPr/>
        </p:nvGrpSpPr>
        <p:grpSpPr>
          <a:xfrm>
            <a:off x="6261775" y="7241825"/>
            <a:ext cx="4278449" cy="1791421"/>
            <a:chOff x="0" y="-38100"/>
            <a:chExt cx="2116682" cy="596107"/>
          </a:xfrm>
        </p:grpSpPr>
        <p:sp>
          <p:nvSpPr>
            <p:cNvPr id="89" name="Google Shape;89;p1"/>
            <p:cNvSpPr/>
            <p:nvPr/>
          </p:nvSpPr>
          <p:spPr>
            <a:xfrm>
              <a:off x="0" y="0"/>
              <a:ext cx="2116682" cy="558007"/>
            </a:xfrm>
            <a:custGeom>
              <a:rect b="b" l="l" r="r" t="t"/>
              <a:pathLst>
                <a:path extrusionOk="0" h="558007" w="2116682">
                  <a:moveTo>
                    <a:pt x="1913482" y="0"/>
                  </a:moveTo>
                  <a:cubicBezTo>
                    <a:pt x="2025706" y="0"/>
                    <a:pt x="2116682" y="124914"/>
                    <a:pt x="2116682" y="279003"/>
                  </a:cubicBezTo>
                  <a:cubicBezTo>
                    <a:pt x="2116682" y="433093"/>
                    <a:pt x="2025706" y="558007"/>
                    <a:pt x="1913482" y="558007"/>
                  </a:cubicBezTo>
                  <a:lnTo>
                    <a:pt x="203200" y="558007"/>
                  </a:lnTo>
                  <a:cubicBezTo>
                    <a:pt x="90976" y="558007"/>
                    <a:pt x="0" y="433093"/>
                    <a:pt x="0" y="279003"/>
                  </a:cubicBezTo>
                  <a:cubicBezTo>
                    <a:pt x="0" y="124914"/>
                    <a:pt x="90976" y="0"/>
                    <a:pt x="2032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
            <p:cNvSpPr txBox="1"/>
            <p:nvPr/>
          </p:nvSpPr>
          <p:spPr>
            <a:xfrm>
              <a:off x="0" y="-38100"/>
              <a:ext cx="2116682" cy="596107"/>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1" name="Google Shape;91;p1"/>
          <p:cNvSpPr/>
          <p:nvPr/>
        </p:nvSpPr>
        <p:spPr>
          <a:xfrm>
            <a:off x="8303237" y="1845815"/>
            <a:ext cx="1681525" cy="1791444"/>
          </a:xfrm>
          <a:custGeom>
            <a:rect b="b" l="l" r="r" t="t"/>
            <a:pathLst>
              <a:path extrusionOk="0" h="1791444" w="1681525">
                <a:moveTo>
                  <a:pt x="0" y="0"/>
                </a:moveTo>
                <a:lnTo>
                  <a:pt x="1681526" y="0"/>
                </a:lnTo>
                <a:lnTo>
                  <a:pt x="1681526" y="1791444"/>
                </a:lnTo>
                <a:lnTo>
                  <a:pt x="0" y="1791444"/>
                </a:lnTo>
                <a:lnTo>
                  <a:pt x="0" y="0"/>
                </a:lnTo>
                <a:close/>
              </a:path>
            </a:pathLst>
          </a:custGeom>
          <a:blipFill rotWithShape="1">
            <a:blip r:embed="rId4">
              <a:alphaModFix/>
            </a:blip>
            <a:stretch>
              <a:fillRect b="0" l="0" r="0" t="0"/>
            </a:stretch>
          </a:blipFill>
          <a:ln>
            <a:noFill/>
          </a:ln>
        </p:spPr>
      </p:sp>
      <p:sp>
        <p:nvSpPr>
          <p:cNvPr id="92" name="Google Shape;92;p1"/>
          <p:cNvSpPr txBox="1"/>
          <p:nvPr/>
        </p:nvSpPr>
        <p:spPr>
          <a:xfrm>
            <a:off x="3195769" y="3915744"/>
            <a:ext cx="11896462" cy="2398375"/>
          </a:xfrm>
          <a:prstGeom prst="rect">
            <a:avLst/>
          </a:prstGeom>
          <a:noFill/>
          <a:ln>
            <a:noFill/>
          </a:ln>
        </p:spPr>
        <p:txBody>
          <a:bodyPr anchorCtr="0" anchor="t" bIns="0" lIns="0" spcFirstLastPara="1" rIns="0" wrap="square" tIns="0">
            <a:spAutoFit/>
          </a:bodyPr>
          <a:lstStyle/>
          <a:p>
            <a:pPr indent="0" lvl="0" marL="0" marR="0" rtl="0" algn="ctr">
              <a:lnSpc>
                <a:spcPct val="124001"/>
              </a:lnSpc>
              <a:spcBef>
                <a:spcPts val="0"/>
              </a:spcBef>
              <a:spcAft>
                <a:spcPts val="0"/>
              </a:spcAft>
              <a:buNone/>
            </a:pPr>
            <a:r>
              <a:rPr b="1" i="0" lang="en-US" sz="15378" u="none" cap="none" strike="noStrike">
                <a:solidFill>
                  <a:srgbClr val="FFFFFF"/>
                </a:solidFill>
                <a:latin typeface="Arial"/>
                <a:ea typeface="Arial"/>
                <a:cs typeface="Arial"/>
                <a:sym typeface="Arial"/>
              </a:rPr>
              <a:t>DATAEASY</a:t>
            </a:r>
            <a:endParaRPr/>
          </a:p>
        </p:txBody>
      </p:sp>
      <p:sp>
        <p:nvSpPr>
          <p:cNvPr id="93" name="Google Shape;93;p1"/>
          <p:cNvSpPr txBox="1"/>
          <p:nvPr/>
        </p:nvSpPr>
        <p:spPr>
          <a:xfrm>
            <a:off x="6328450" y="7241825"/>
            <a:ext cx="4145100" cy="2055000"/>
          </a:xfrm>
          <a:prstGeom prst="rect">
            <a:avLst/>
          </a:prstGeom>
          <a:noFill/>
          <a:ln>
            <a:noFill/>
          </a:ln>
        </p:spPr>
        <p:txBody>
          <a:bodyPr anchorCtr="0" anchor="t" bIns="0" lIns="0" spcFirstLastPara="1" rIns="0" wrap="square" tIns="0">
            <a:spAutoFit/>
          </a:bodyPr>
          <a:lstStyle/>
          <a:p>
            <a:pPr indent="0" lvl="0" marL="0" marR="0" rtl="0" algn="ctr">
              <a:lnSpc>
                <a:spcPct val="157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140079"/>
              </a:lnSpc>
              <a:spcBef>
                <a:spcPts val="0"/>
              </a:spcBef>
              <a:spcAft>
                <a:spcPts val="0"/>
              </a:spcAft>
              <a:buNone/>
            </a:pPr>
            <a:r>
              <a:rPr b="1" i="0" lang="en-US" sz="2021" u="none" cap="none" strike="noStrike">
                <a:solidFill>
                  <a:srgbClr val="000A1F"/>
                </a:solidFill>
                <a:latin typeface="Inter"/>
                <a:ea typeface="Inter"/>
                <a:cs typeface="Inter"/>
                <a:sym typeface="Inter"/>
              </a:rPr>
              <a:t>Diego Alexis Tomas De La Vega</a:t>
            </a:r>
            <a:endParaRPr/>
          </a:p>
          <a:p>
            <a:pPr indent="0" lvl="0" marL="0" marR="0" rtl="0" algn="ctr">
              <a:lnSpc>
                <a:spcPct val="140079"/>
              </a:lnSpc>
              <a:spcBef>
                <a:spcPts val="0"/>
              </a:spcBef>
              <a:spcAft>
                <a:spcPts val="0"/>
              </a:spcAft>
              <a:buNone/>
            </a:pPr>
            <a:r>
              <a:rPr b="1" i="0" lang="en-US" sz="2021" u="none" cap="none" strike="noStrike">
                <a:solidFill>
                  <a:srgbClr val="000A1F"/>
                </a:solidFill>
                <a:latin typeface="Inter"/>
                <a:ea typeface="Inter"/>
                <a:cs typeface="Inter"/>
                <a:sym typeface="Inter"/>
              </a:rPr>
              <a:t>Luis Reyes</a:t>
            </a:r>
            <a:endParaRPr/>
          </a:p>
          <a:p>
            <a:pPr indent="0" lvl="0" marL="0" marR="0" rtl="0" algn="ctr">
              <a:lnSpc>
                <a:spcPct val="140079"/>
              </a:lnSpc>
              <a:spcBef>
                <a:spcPts val="0"/>
              </a:spcBef>
              <a:spcAft>
                <a:spcPts val="0"/>
              </a:spcAft>
              <a:buNone/>
            </a:pPr>
            <a:r>
              <a:rPr b="1" i="0" lang="en-US" sz="2021" u="none" cap="none" strike="noStrike">
                <a:solidFill>
                  <a:srgbClr val="000A1F"/>
                </a:solidFill>
                <a:latin typeface="Inter"/>
                <a:ea typeface="Inter"/>
                <a:cs typeface="Inter"/>
                <a:sym typeface="Inter"/>
              </a:rPr>
              <a:t>Alvaro Sanchez</a:t>
            </a:r>
            <a:endParaRPr/>
          </a:p>
          <a:p>
            <a:pPr indent="0" lvl="0" marL="0" marR="0" rtl="0" algn="ctr">
              <a:lnSpc>
                <a:spcPct val="140009"/>
              </a:lnSpc>
              <a:spcBef>
                <a:spcPts val="0"/>
              </a:spcBef>
              <a:spcAft>
                <a:spcPts val="0"/>
              </a:spcAft>
              <a:buNone/>
            </a:pPr>
            <a:r>
              <a:t/>
            </a:r>
            <a:endParaRPr b="1" i="0" sz="2021" u="none" cap="none" strike="noStrike">
              <a:solidFill>
                <a:srgbClr val="000A1F"/>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8663" l="0" r="0" t="0"/>
            </a:stretch>
          </a:blipFill>
          <a:ln>
            <a:noFill/>
          </a:ln>
        </p:spPr>
      </p:sp>
      <p:grpSp>
        <p:nvGrpSpPr>
          <p:cNvPr id="99" name="Google Shape;99;p2"/>
          <p:cNvGrpSpPr/>
          <p:nvPr/>
        </p:nvGrpSpPr>
        <p:grpSpPr>
          <a:xfrm rot="5400000">
            <a:off x="5687992" y="-5774391"/>
            <a:ext cx="7656149" cy="21891781"/>
            <a:chOff x="0" y="-38100"/>
            <a:chExt cx="2016434" cy="5765737"/>
          </a:xfrm>
        </p:grpSpPr>
        <p:sp>
          <p:nvSpPr>
            <p:cNvPr id="100" name="Google Shape;100;p2"/>
            <p:cNvSpPr/>
            <p:nvPr/>
          </p:nvSpPr>
          <p:spPr>
            <a:xfrm>
              <a:off x="0" y="0"/>
              <a:ext cx="2016434" cy="5727636"/>
            </a:xfrm>
            <a:custGeom>
              <a:rect b="b" l="l" r="r" t="t"/>
              <a:pathLst>
                <a:path extrusionOk="0" h="5727636" w="2016434">
                  <a:moveTo>
                    <a:pt x="28314" y="0"/>
                  </a:moveTo>
                  <a:lnTo>
                    <a:pt x="1988121" y="0"/>
                  </a:lnTo>
                  <a:cubicBezTo>
                    <a:pt x="1995630" y="0"/>
                    <a:pt x="2002832" y="2983"/>
                    <a:pt x="2008142" y="8293"/>
                  </a:cubicBezTo>
                  <a:cubicBezTo>
                    <a:pt x="2013452" y="13603"/>
                    <a:pt x="2016434" y="20804"/>
                    <a:pt x="2016434" y="28314"/>
                  </a:cubicBezTo>
                  <a:lnTo>
                    <a:pt x="2016434" y="5699323"/>
                  </a:lnTo>
                  <a:cubicBezTo>
                    <a:pt x="2016434" y="5706832"/>
                    <a:pt x="2013452" y="5714034"/>
                    <a:pt x="2008142" y="5719344"/>
                  </a:cubicBezTo>
                  <a:cubicBezTo>
                    <a:pt x="2002832" y="5724653"/>
                    <a:pt x="1995630" y="5727636"/>
                    <a:pt x="1988121" y="5727636"/>
                  </a:cubicBezTo>
                  <a:lnTo>
                    <a:pt x="28314" y="5727636"/>
                  </a:lnTo>
                  <a:cubicBezTo>
                    <a:pt x="20804" y="5727636"/>
                    <a:pt x="13603" y="5724653"/>
                    <a:pt x="8293" y="5719344"/>
                  </a:cubicBezTo>
                  <a:cubicBezTo>
                    <a:pt x="2983" y="5714034"/>
                    <a:pt x="0" y="5706832"/>
                    <a:pt x="0" y="5699323"/>
                  </a:cubicBezTo>
                  <a:lnTo>
                    <a:pt x="0" y="28314"/>
                  </a:lnTo>
                  <a:cubicBezTo>
                    <a:pt x="0" y="20804"/>
                    <a:pt x="2983" y="13603"/>
                    <a:pt x="8293" y="8293"/>
                  </a:cubicBezTo>
                  <a:cubicBezTo>
                    <a:pt x="13603" y="2983"/>
                    <a:pt x="20804" y="0"/>
                    <a:pt x="28314" y="0"/>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
            <p:cNvSpPr txBox="1"/>
            <p:nvPr/>
          </p:nvSpPr>
          <p:spPr>
            <a:xfrm>
              <a:off x="0" y="-38100"/>
              <a:ext cx="2016434" cy="5765737"/>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2" name="Google Shape;102;p2"/>
          <p:cNvSpPr txBox="1"/>
          <p:nvPr/>
        </p:nvSpPr>
        <p:spPr>
          <a:xfrm>
            <a:off x="3483896" y="2073697"/>
            <a:ext cx="4520777" cy="1190019"/>
          </a:xfrm>
          <a:prstGeom prst="rect">
            <a:avLst/>
          </a:prstGeom>
          <a:noFill/>
          <a:ln>
            <a:noFill/>
          </a:ln>
        </p:spPr>
        <p:txBody>
          <a:bodyPr anchorCtr="0" anchor="t" bIns="0" lIns="0" spcFirstLastPara="1" rIns="0" wrap="square" tIns="0">
            <a:spAutoFit/>
          </a:bodyPr>
          <a:lstStyle/>
          <a:p>
            <a:pPr indent="0" lvl="0" marL="0" marR="0" rtl="0" algn="l">
              <a:lnSpc>
                <a:spcPct val="124012"/>
              </a:lnSpc>
              <a:spcBef>
                <a:spcPts val="0"/>
              </a:spcBef>
              <a:spcAft>
                <a:spcPts val="0"/>
              </a:spcAft>
              <a:buNone/>
            </a:pPr>
            <a:r>
              <a:rPr b="1" i="0" lang="en-US" sz="7621" u="none" cap="none" strike="noStrike">
                <a:solidFill>
                  <a:srgbClr val="FFFFFF"/>
                </a:solidFill>
                <a:latin typeface="Arial"/>
                <a:ea typeface="Arial"/>
                <a:cs typeface="Arial"/>
                <a:sym typeface="Arial"/>
              </a:rPr>
              <a:t>ÍNDICE</a:t>
            </a:r>
            <a:endParaRPr/>
          </a:p>
        </p:txBody>
      </p:sp>
      <p:sp>
        <p:nvSpPr>
          <p:cNvPr id="103" name="Google Shape;103;p2"/>
          <p:cNvSpPr txBox="1"/>
          <p:nvPr/>
        </p:nvSpPr>
        <p:spPr>
          <a:xfrm>
            <a:off x="4116532" y="5745017"/>
            <a:ext cx="5327205" cy="159575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0" i="0" lang="en-US" sz="3500" u="none" cap="none" strike="noStrike">
                <a:solidFill>
                  <a:srgbClr val="FFFFFF"/>
                </a:solidFill>
                <a:latin typeface="Inter"/>
                <a:ea typeface="Inter"/>
                <a:cs typeface="Inter"/>
                <a:sym typeface="Inter"/>
              </a:rPr>
              <a:t>Competencias aplicadas al desarrollo del proyecto</a:t>
            </a:r>
            <a:endParaRPr/>
          </a:p>
          <a:p>
            <a:pPr indent="0" lvl="0" marL="0" marR="0" rtl="0" algn="l">
              <a:lnSpc>
                <a:spcPct val="121000"/>
              </a:lnSpc>
              <a:spcBef>
                <a:spcPts val="0"/>
              </a:spcBef>
              <a:spcAft>
                <a:spcPts val="0"/>
              </a:spcAft>
              <a:buNone/>
            </a:pPr>
            <a:r>
              <a:t/>
            </a:r>
            <a:endParaRPr b="0" i="0" sz="3500" u="none" cap="none" strike="noStrike">
              <a:solidFill>
                <a:srgbClr val="FFFFFF"/>
              </a:solidFill>
              <a:latin typeface="Inter"/>
              <a:ea typeface="Inter"/>
              <a:cs typeface="Inter"/>
              <a:sym typeface="Inter"/>
            </a:endParaRPr>
          </a:p>
        </p:txBody>
      </p:sp>
      <p:sp>
        <p:nvSpPr>
          <p:cNvPr id="104" name="Google Shape;104;p2"/>
          <p:cNvSpPr txBox="1"/>
          <p:nvPr/>
        </p:nvSpPr>
        <p:spPr>
          <a:xfrm>
            <a:off x="10901973" y="5560094"/>
            <a:ext cx="3810000" cy="52895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0" i="0" lang="en-US" sz="3500" u="none" cap="none" strike="noStrike">
                <a:solidFill>
                  <a:srgbClr val="FFFFFF"/>
                </a:solidFill>
                <a:latin typeface="Inter"/>
                <a:ea typeface="Inter"/>
                <a:cs typeface="Inter"/>
                <a:sym typeface="Inter"/>
              </a:rPr>
              <a:t>metodologia</a:t>
            </a:r>
            <a:endParaRPr/>
          </a:p>
        </p:txBody>
      </p:sp>
      <p:sp>
        <p:nvSpPr>
          <p:cNvPr id="105" name="Google Shape;105;p2"/>
          <p:cNvSpPr txBox="1"/>
          <p:nvPr/>
        </p:nvSpPr>
        <p:spPr>
          <a:xfrm>
            <a:off x="10901973" y="4421857"/>
            <a:ext cx="3810000" cy="1138237"/>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0" i="0" lang="en-US" sz="3500" u="none" cap="none" strike="noStrike">
                <a:solidFill>
                  <a:srgbClr val="FFFFFF"/>
                </a:solidFill>
                <a:latin typeface="Inter"/>
                <a:ea typeface="Inter"/>
                <a:cs typeface="Inter"/>
                <a:sym typeface="Inter"/>
              </a:rPr>
              <a:t>Objetivos</a:t>
            </a:r>
            <a:endParaRPr/>
          </a:p>
          <a:p>
            <a:pPr indent="0" lvl="0" marL="0" marR="0" rtl="0" algn="l">
              <a:lnSpc>
                <a:spcPct val="138314"/>
              </a:lnSpc>
              <a:spcBef>
                <a:spcPts val="0"/>
              </a:spcBef>
              <a:spcAft>
                <a:spcPts val="0"/>
              </a:spcAft>
              <a:buNone/>
            </a:pPr>
            <a:r>
              <a:t/>
            </a:r>
            <a:endParaRPr b="0" i="0" sz="3500" u="none" cap="none" strike="noStrike">
              <a:solidFill>
                <a:srgbClr val="FFFFFF"/>
              </a:solidFill>
              <a:latin typeface="Inter"/>
              <a:ea typeface="Inter"/>
              <a:cs typeface="Inter"/>
              <a:sym typeface="Inter"/>
            </a:endParaRPr>
          </a:p>
        </p:txBody>
      </p:sp>
      <p:sp>
        <p:nvSpPr>
          <p:cNvPr id="106" name="Google Shape;106;p2"/>
          <p:cNvSpPr txBox="1"/>
          <p:nvPr/>
        </p:nvSpPr>
        <p:spPr>
          <a:xfrm>
            <a:off x="4372571" y="3631463"/>
            <a:ext cx="3810000" cy="52895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0" i="0" lang="en-US" sz="3500" u="none" cap="none" strike="noStrike">
                <a:solidFill>
                  <a:srgbClr val="FFFFFF"/>
                </a:solidFill>
                <a:latin typeface="Inter"/>
                <a:ea typeface="Inter"/>
                <a:cs typeface="Inter"/>
                <a:sym typeface="Inter"/>
              </a:rPr>
              <a:t>Abstract</a:t>
            </a:r>
            <a:endParaRPr/>
          </a:p>
        </p:txBody>
      </p:sp>
      <p:sp>
        <p:nvSpPr>
          <p:cNvPr id="107" name="Google Shape;107;p2"/>
          <p:cNvSpPr txBox="1"/>
          <p:nvPr/>
        </p:nvSpPr>
        <p:spPr>
          <a:xfrm>
            <a:off x="4116532" y="4640322"/>
            <a:ext cx="5557748" cy="106235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0" i="0" lang="en-US" sz="3500" u="none" cap="none" strike="noStrike">
                <a:solidFill>
                  <a:srgbClr val="FFFFFF"/>
                </a:solidFill>
                <a:latin typeface="Inter"/>
                <a:ea typeface="Inter"/>
                <a:cs typeface="Inter"/>
                <a:sym typeface="Inter"/>
              </a:rPr>
              <a:t>Relevancia del Proyecto</a:t>
            </a:r>
            <a:endParaRPr/>
          </a:p>
          <a:p>
            <a:pPr indent="0" lvl="0" marL="0" marR="0" rtl="0" algn="l">
              <a:lnSpc>
                <a:spcPct val="121000"/>
              </a:lnSpc>
              <a:spcBef>
                <a:spcPts val="0"/>
              </a:spcBef>
              <a:spcAft>
                <a:spcPts val="0"/>
              </a:spcAft>
              <a:buNone/>
            </a:pPr>
            <a:r>
              <a:t/>
            </a:r>
            <a:endParaRPr b="0" i="0" sz="3500" u="none" cap="none" strike="noStrike">
              <a:solidFill>
                <a:srgbClr val="FFFFFF"/>
              </a:solidFill>
              <a:latin typeface="Inter"/>
              <a:ea typeface="Inter"/>
              <a:cs typeface="Inter"/>
              <a:sym typeface="Inter"/>
            </a:endParaRPr>
          </a:p>
        </p:txBody>
      </p:sp>
      <p:sp>
        <p:nvSpPr>
          <p:cNvPr id="108" name="Google Shape;108;p2"/>
          <p:cNvSpPr txBox="1"/>
          <p:nvPr/>
        </p:nvSpPr>
        <p:spPr>
          <a:xfrm>
            <a:off x="4116532" y="7208608"/>
            <a:ext cx="6397065" cy="159575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0" i="0" lang="en-US" sz="3500" u="none" cap="none" strike="noStrike">
                <a:solidFill>
                  <a:srgbClr val="FFFFFF"/>
                </a:solidFill>
                <a:latin typeface="Inter"/>
                <a:ea typeface="Inter"/>
                <a:cs typeface="Inter"/>
                <a:sym typeface="Inter"/>
              </a:rPr>
              <a:t>Relación con los intereses profesionales</a:t>
            </a:r>
            <a:endParaRPr/>
          </a:p>
          <a:p>
            <a:pPr indent="0" lvl="0" marL="0" marR="0" rtl="0" algn="l">
              <a:lnSpc>
                <a:spcPct val="121000"/>
              </a:lnSpc>
              <a:spcBef>
                <a:spcPts val="0"/>
              </a:spcBef>
              <a:spcAft>
                <a:spcPts val="0"/>
              </a:spcAft>
              <a:buNone/>
            </a:pPr>
            <a:r>
              <a:t/>
            </a:r>
            <a:endParaRPr b="0" i="0" sz="3500" u="none" cap="none" strike="noStrike">
              <a:solidFill>
                <a:srgbClr val="FFFFFF"/>
              </a:solidFill>
              <a:latin typeface="Inter"/>
              <a:ea typeface="Inter"/>
              <a:cs typeface="Inter"/>
              <a:sym typeface="Inter"/>
            </a:endParaRPr>
          </a:p>
        </p:txBody>
      </p:sp>
      <p:sp>
        <p:nvSpPr>
          <p:cNvPr id="109" name="Google Shape;109;p2"/>
          <p:cNvSpPr txBox="1"/>
          <p:nvPr/>
        </p:nvSpPr>
        <p:spPr>
          <a:xfrm>
            <a:off x="10901973" y="3359502"/>
            <a:ext cx="5124522" cy="106235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0" i="0" lang="en-US" sz="3500" u="none" cap="none" strike="noStrike">
                <a:solidFill>
                  <a:srgbClr val="FFFFFF"/>
                </a:solidFill>
                <a:latin typeface="Inter"/>
                <a:ea typeface="Inter"/>
                <a:cs typeface="Inter"/>
                <a:sym typeface="Inter"/>
              </a:rPr>
              <a:t>Factibilidad del proyecto</a:t>
            </a:r>
            <a:endParaRPr/>
          </a:p>
          <a:p>
            <a:pPr indent="0" lvl="0" marL="0" marR="0" rtl="0" algn="l">
              <a:lnSpc>
                <a:spcPct val="121000"/>
              </a:lnSpc>
              <a:spcBef>
                <a:spcPts val="0"/>
              </a:spcBef>
              <a:spcAft>
                <a:spcPts val="0"/>
              </a:spcAft>
              <a:buNone/>
            </a:pPr>
            <a:r>
              <a:t/>
            </a:r>
            <a:endParaRPr b="0" i="0" sz="3500" u="none" cap="none" strike="noStrike">
              <a:solidFill>
                <a:srgbClr val="FFFFFF"/>
              </a:solidFill>
              <a:latin typeface="Inter"/>
              <a:ea typeface="Inter"/>
              <a:cs typeface="Inter"/>
              <a:sym typeface="Inter"/>
            </a:endParaRPr>
          </a:p>
        </p:txBody>
      </p:sp>
      <p:grpSp>
        <p:nvGrpSpPr>
          <p:cNvPr id="110" name="Google Shape;110;p2"/>
          <p:cNvGrpSpPr/>
          <p:nvPr/>
        </p:nvGrpSpPr>
        <p:grpSpPr>
          <a:xfrm>
            <a:off x="3322464" y="3527783"/>
            <a:ext cx="632635" cy="632635"/>
            <a:chOff x="0" y="0"/>
            <a:chExt cx="843514" cy="843514"/>
          </a:xfrm>
        </p:grpSpPr>
        <p:grpSp>
          <p:nvGrpSpPr>
            <p:cNvPr id="111" name="Google Shape;111;p2"/>
            <p:cNvGrpSpPr/>
            <p:nvPr/>
          </p:nvGrpSpPr>
          <p:grpSpPr>
            <a:xfrm>
              <a:off x="0" y="0"/>
              <a:ext cx="843514" cy="843514"/>
              <a:chOff x="0" y="0"/>
              <a:chExt cx="812800" cy="812800"/>
            </a:xfrm>
          </p:grpSpPr>
          <p:sp>
            <p:nvSpPr>
              <p:cNvPr id="112" name="Google Shape;112;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4" name="Google Shape;114;p2"/>
            <p:cNvSpPr txBox="1"/>
            <p:nvPr/>
          </p:nvSpPr>
          <p:spPr>
            <a:xfrm>
              <a:off x="223126" y="14143"/>
              <a:ext cx="397262" cy="748553"/>
            </a:xfrm>
            <a:prstGeom prst="rect">
              <a:avLst/>
            </a:prstGeom>
            <a:noFill/>
            <a:ln>
              <a:noFill/>
            </a:ln>
          </p:spPr>
          <p:txBody>
            <a:bodyPr anchorCtr="0" anchor="t" bIns="0" lIns="0" spcFirstLastPara="1" rIns="0" wrap="square" tIns="0">
              <a:spAutoFit/>
            </a:bodyPr>
            <a:lstStyle/>
            <a:p>
              <a:pPr indent="0" lvl="0" marL="0" marR="0" rtl="0" algn="ctr">
                <a:lnSpc>
                  <a:spcPct val="140040"/>
                </a:lnSpc>
                <a:spcBef>
                  <a:spcPts val="0"/>
                </a:spcBef>
                <a:spcAft>
                  <a:spcPts val="0"/>
                </a:spcAft>
                <a:buNone/>
              </a:pPr>
              <a:r>
                <a:rPr b="1" i="0" lang="en-US" sz="3434" u="none" cap="none" strike="noStrike">
                  <a:solidFill>
                    <a:srgbClr val="000A1F"/>
                  </a:solidFill>
                  <a:latin typeface="Inter"/>
                  <a:ea typeface="Inter"/>
                  <a:cs typeface="Inter"/>
                  <a:sym typeface="Inter"/>
                </a:rPr>
                <a:t>1</a:t>
              </a:r>
              <a:endParaRPr/>
            </a:p>
          </p:txBody>
        </p:sp>
      </p:grpSp>
      <p:grpSp>
        <p:nvGrpSpPr>
          <p:cNvPr id="115" name="Google Shape;115;p2"/>
          <p:cNvGrpSpPr/>
          <p:nvPr/>
        </p:nvGrpSpPr>
        <p:grpSpPr>
          <a:xfrm>
            <a:off x="9974062" y="3359502"/>
            <a:ext cx="632635" cy="632635"/>
            <a:chOff x="0" y="0"/>
            <a:chExt cx="843514" cy="843514"/>
          </a:xfrm>
        </p:grpSpPr>
        <p:grpSp>
          <p:nvGrpSpPr>
            <p:cNvPr id="116" name="Google Shape;116;p2"/>
            <p:cNvGrpSpPr/>
            <p:nvPr/>
          </p:nvGrpSpPr>
          <p:grpSpPr>
            <a:xfrm>
              <a:off x="0" y="0"/>
              <a:ext cx="843514" cy="843514"/>
              <a:chOff x="0" y="0"/>
              <a:chExt cx="812800" cy="812800"/>
            </a:xfrm>
          </p:grpSpPr>
          <p:sp>
            <p:nvSpPr>
              <p:cNvPr id="117" name="Google Shape;117;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9" name="Google Shape;119;p2"/>
            <p:cNvSpPr txBox="1"/>
            <p:nvPr/>
          </p:nvSpPr>
          <p:spPr>
            <a:xfrm>
              <a:off x="223126" y="14143"/>
              <a:ext cx="397262" cy="748553"/>
            </a:xfrm>
            <a:prstGeom prst="rect">
              <a:avLst/>
            </a:prstGeom>
            <a:noFill/>
            <a:ln>
              <a:noFill/>
            </a:ln>
          </p:spPr>
          <p:txBody>
            <a:bodyPr anchorCtr="0" anchor="t" bIns="0" lIns="0" spcFirstLastPara="1" rIns="0" wrap="square" tIns="0">
              <a:spAutoFit/>
            </a:bodyPr>
            <a:lstStyle/>
            <a:p>
              <a:pPr indent="0" lvl="0" marL="0" marR="0" rtl="0" algn="ctr">
                <a:lnSpc>
                  <a:spcPct val="140040"/>
                </a:lnSpc>
                <a:spcBef>
                  <a:spcPts val="0"/>
                </a:spcBef>
                <a:spcAft>
                  <a:spcPts val="0"/>
                </a:spcAft>
                <a:buNone/>
              </a:pPr>
              <a:r>
                <a:rPr b="1" i="0" lang="en-US" sz="3434" u="none" cap="none" strike="noStrike">
                  <a:solidFill>
                    <a:srgbClr val="000A1F"/>
                  </a:solidFill>
                  <a:latin typeface="Inter"/>
                  <a:ea typeface="Inter"/>
                  <a:cs typeface="Inter"/>
                  <a:sym typeface="Inter"/>
                </a:rPr>
                <a:t>5</a:t>
              </a:r>
              <a:endParaRPr/>
            </a:p>
          </p:txBody>
        </p:sp>
      </p:grpSp>
      <p:grpSp>
        <p:nvGrpSpPr>
          <p:cNvPr id="120" name="Google Shape;120;p2"/>
          <p:cNvGrpSpPr/>
          <p:nvPr/>
        </p:nvGrpSpPr>
        <p:grpSpPr>
          <a:xfrm>
            <a:off x="3322464" y="4538864"/>
            <a:ext cx="632635" cy="632635"/>
            <a:chOff x="0" y="0"/>
            <a:chExt cx="843514" cy="843514"/>
          </a:xfrm>
        </p:grpSpPr>
        <p:grpSp>
          <p:nvGrpSpPr>
            <p:cNvPr id="121" name="Google Shape;121;p2"/>
            <p:cNvGrpSpPr/>
            <p:nvPr/>
          </p:nvGrpSpPr>
          <p:grpSpPr>
            <a:xfrm>
              <a:off x="0" y="0"/>
              <a:ext cx="843514" cy="843514"/>
              <a:chOff x="0" y="0"/>
              <a:chExt cx="812800" cy="812800"/>
            </a:xfrm>
          </p:grpSpPr>
          <p:sp>
            <p:nvSpPr>
              <p:cNvPr id="122" name="Google Shape;122;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4" name="Google Shape;124;p2"/>
            <p:cNvSpPr txBox="1"/>
            <p:nvPr/>
          </p:nvSpPr>
          <p:spPr>
            <a:xfrm>
              <a:off x="223126" y="14143"/>
              <a:ext cx="397262" cy="748553"/>
            </a:xfrm>
            <a:prstGeom prst="rect">
              <a:avLst/>
            </a:prstGeom>
            <a:noFill/>
            <a:ln>
              <a:noFill/>
            </a:ln>
          </p:spPr>
          <p:txBody>
            <a:bodyPr anchorCtr="0" anchor="t" bIns="0" lIns="0" spcFirstLastPara="1" rIns="0" wrap="square" tIns="0">
              <a:spAutoFit/>
            </a:bodyPr>
            <a:lstStyle/>
            <a:p>
              <a:pPr indent="0" lvl="0" marL="0" marR="0" rtl="0" algn="ctr">
                <a:lnSpc>
                  <a:spcPct val="140040"/>
                </a:lnSpc>
                <a:spcBef>
                  <a:spcPts val="0"/>
                </a:spcBef>
                <a:spcAft>
                  <a:spcPts val="0"/>
                </a:spcAft>
                <a:buNone/>
              </a:pPr>
              <a:r>
                <a:rPr b="1" i="0" lang="en-US" sz="3434" u="none" cap="none" strike="noStrike">
                  <a:solidFill>
                    <a:srgbClr val="000A1F"/>
                  </a:solidFill>
                  <a:latin typeface="Inter"/>
                  <a:ea typeface="Inter"/>
                  <a:cs typeface="Inter"/>
                  <a:sym typeface="Inter"/>
                </a:rPr>
                <a:t>2</a:t>
              </a:r>
              <a:endParaRPr/>
            </a:p>
          </p:txBody>
        </p:sp>
      </p:grpSp>
      <p:grpSp>
        <p:nvGrpSpPr>
          <p:cNvPr id="125" name="Google Shape;125;p2"/>
          <p:cNvGrpSpPr/>
          <p:nvPr/>
        </p:nvGrpSpPr>
        <p:grpSpPr>
          <a:xfrm>
            <a:off x="9974062" y="4510865"/>
            <a:ext cx="632635" cy="632635"/>
            <a:chOff x="0" y="0"/>
            <a:chExt cx="843514" cy="843514"/>
          </a:xfrm>
        </p:grpSpPr>
        <p:grpSp>
          <p:nvGrpSpPr>
            <p:cNvPr id="126" name="Google Shape;126;p2"/>
            <p:cNvGrpSpPr/>
            <p:nvPr/>
          </p:nvGrpSpPr>
          <p:grpSpPr>
            <a:xfrm>
              <a:off x="0" y="0"/>
              <a:ext cx="843514" cy="843514"/>
              <a:chOff x="0" y="0"/>
              <a:chExt cx="812800" cy="812800"/>
            </a:xfrm>
          </p:grpSpPr>
          <p:sp>
            <p:nvSpPr>
              <p:cNvPr id="127" name="Google Shape;127;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9" name="Google Shape;129;p2"/>
            <p:cNvSpPr txBox="1"/>
            <p:nvPr/>
          </p:nvSpPr>
          <p:spPr>
            <a:xfrm>
              <a:off x="223126" y="14143"/>
              <a:ext cx="397262" cy="748553"/>
            </a:xfrm>
            <a:prstGeom prst="rect">
              <a:avLst/>
            </a:prstGeom>
            <a:noFill/>
            <a:ln>
              <a:noFill/>
            </a:ln>
          </p:spPr>
          <p:txBody>
            <a:bodyPr anchorCtr="0" anchor="t" bIns="0" lIns="0" spcFirstLastPara="1" rIns="0" wrap="square" tIns="0">
              <a:spAutoFit/>
            </a:bodyPr>
            <a:lstStyle/>
            <a:p>
              <a:pPr indent="0" lvl="0" marL="0" marR="0" rtl="0" algn="ctr">
                <a:lnSpc>
                  <a:spcPct val="140040"/>
                </a:lnSpc>
                <a:spcBef>
                  <a:spcPts val="0"/>
                </a:spcBef>
                <a:spcAft>
                  <a:spcPts val="0"/>
                </a:spcAft>
                <a:buNone/>
              </a:pPr>
              <a:r>
                <a:rPr b="1" i="0" lang="en-US" sz="3434" u="none" cap="none" strike="noStrike">
                  <a:solidFill>
                    <a:srgbClr val="000A1F"/>
                  </a:solidFill>
                  <a:latin typeface="Inter"/>
                  <a:ea typeface="Inter"/>
                  <a:cs typeface="Inter"/>
                  <a:sym typeface="Inter"/>
                </a:rPr>
                <a:t>6</a:t>
              </a:r>
              <a:endParaRPr/>
            </a:p>
          </p:txBody>
        </p:sp>
      </p:grpSp>
      <p:grpSp>
        <p:nvGrpSpPr>
          <p:cNvPr id="130" name="Google Shape;130;p2"/>
          <p:cNvGrpSpPr/>
          <p:nvPr/>
        </p:nvGrpSpPr>
        <p:grpSpPr>
          <a:xfrm>
            <a:off x="3322464" y="5822781"/>
            <a:ext cx="632635" cy="632635"/>
            <a:chOff x="0" y="0"/>
            <a:chExt cx="843514" cy="843514"/>
          </a:xfrm>
        </p:grpSpPr>
        <p:grpSp>
          <p:nvGrpSpPr>
            <p:cNvPr id="131" name="Google Shape;131;p2"/>
            <p:cNvGrpSpPr/>
            <p:nvPr/>
          </p:nvGrpSpPr>
          <p:grpSpPr>
            <a:xfrm>
              <a:off x="0" y="0"/>
              <a:ext cx="843514" cy="843514"/>
              <a:chOff x="0" y="0"/>
              <a:chExt cx="812800" cy="812800"/>
            </a:xfrm>
          </p:grpSpPr>
          <p:sp>
            <p:nvSpPr>
              <p:cNvPr id="132" name="Google Shape;132;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4" name="Google Shape;134;p2"/>
            <p:cNvSpPr txBox="1"/>
            <p:nvPr/>
          </p:nvSpPr>
          <p:spPr>
            <a:xfrm>
              <a:off x="223126" y="14143"/>
              <a:ext cx="397262" cy="748553"/>
            </a:xfrm>
            <a:prstGeom prst="rect">
              <a:avLst/>
            </a:prstGeom>
            <a:noFill/>
            <a:ln>
              <a:noFill/>
            </a:ln>
          </p:spPr>
          <p:txBody>
            <a:bodyPr anchorCtr="0" anchor="t" bIns="0" lIns="0" spcFirstLastPara="1" rIns="0" wrap="square" tIns="0">
              <a:spAutoFit/>
            </a:bodyPr>
            <a:lstStyle/>
            <a:p>
              <a:pPr indent="0" lvl="0" marL="0" marR="0" rtl="0" algn="ctr">
                <a:lnSpc>
                  <a:spcPct val="140040"/>
                </a:lnSpc>
                <a:spcBef>
                  <a:spcPts val="0"/>
                </a:spcBef>
                <a:spcAft>
                  <a:spcPts val="0"/>
                </a:spcAft>
                <a:buNone/>
              </a:pPr>
              <a:r>
                <a:rPr b="1" i="0" lang="en-US" sz="3434" u="none" cap="none" strike="noStrike">
                  <a:solidFill>
                    <a:srgbClr val="000A1F"/>
                  </a:solidFill>
                  <a:latin typeface="Inter"/>
                  <a:ea typeface="Inter"/>
                  <a:cs typeface="Inter"/>
                  <a:sym typeface="Inter"/>
                </a:rPr>
                <a:t>3</a:t>
              </a:r>
              <a:endParaRPr/>
            </a:p>
          </p:txBody>
        </p:sp>
      </p:grpSp>
      <p:grpSp>
        <p:nvGrpSpPr>
          <p:cNvPr id="135" name="Google Shape;135;p2"/>
          <p:cNvGrpSpPr/>
          <p:nvPr/>
        </p:nvGrpSpPr>
        <p:grpSpPr>
          <a:xfrm>
            <a:off x="9955733" y="5506463"/>
            <a:ext cx="632635" cy="632635"/>
            <a:chOff x="0" y="0"/>
            <a:chExt cx="843514" cy="843514"/>
          </a:xfrm>
        </p:grpSpPr>
        <p:grpSp>
          <p:nvGrpSpPr>
            <p:cNvPr id="136" name="Google Shape;136;p2"/>
            <p:cNvGrpSpPr/>
            <p:nvPr/>
          </p:nvGrpSpPr>
          <p:grpSpPr>
            <a:xfrm>
              <a:off x="0" y="0"/>
              <a:ext cx="843514" cy="843514"/>
              <a:chOff x="0" y="0"/>
              <a:chExt cx="812800" cy="812800"/>
            </a:xfrm>
          </p:grpSpPr>
          <p:sp>
            <p:nvSpPr>
              <p:cNvPr id="137" name="Google Shape;137;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9" name="Google Shape;139;p2"/>
            <p:cNvSpPr txBox="1"/>
            <p:nvPr/>
          </p:nvSpPr>
          <p:spPr>
            <a:xfrm>
              <a:off x="223126" y="14143"/>
              <a:ext cx="397262" cy="748553"/>
            </a:xfrm>
            <a:prstGeom prst="rect">
              <a:avLst/>
            </a:prstGeom>
            <a:noFill/>
            <a:ln>
              <a:noFill/>
            </a:ln>
          </p:spPr>
          <p:txBody>
            <a:bodyPr anchorCtr="0" anchor="t" bIns="0" lIns="0" spcFirstLastPara="1" rIns="0" wrap="square" tIns="0">
              <a:spAutoFit/>
            </a:bodyPr>
            <a:lstStyle/>
            <a:p>
              <a:pPr indent="0" lvl="0" marL="0" marR="0" rtl="0" algn="ctr">
                <a:lnSpc>
                  <a:spcPct val="140040"/>
                </a:lnSpc>
                <a:spcBef>
                  <a:spcPts val="0"/>
                </a:spcBef>
                <a:spcAft>
                  <a:spcPts val="0"/>
                </a:spcAft>
                <a:buNone/>
              </a:pPr>
              <a:r>
                <a:rPr b="1" i="0" lang="en-US" sz="3434" u="none" cap="none" strike="noStrike">
                  <a:solidFill>
                    <a:srgbClr val="000A1F"/>
                  </a:solidFill>
                  <a:latin typeface="Inter"/>
                  <a:ea typeface="Inter"/>
                  <a:cs typeface="Inter"/>
                  <a:sym typeface="Inter"/>
                </a:rPr>
                <a:t>7</a:t>
              </a:r>
              <a:endParaRPr/>
            </a:p>
          </p:txBody>
        </p:sp>
      </p:grpSp>
      <p:grpSp>
        <p:nvGrpSpPr>
          <p:cNvPr id="140" name="Google Shape;140;p2"/>
          <p:cNvGrpSpPr/>
          <p:nvPr/>
        </p:nvGrpSpPr>
        <p:grpSpPr>
          <a:xfrm>
            <a:off x="9974062" y="6653449"/>
            <a:ext cx="632635" cy="632635"/>
            <a:chOff x="0" y="0"/>
            <a:chExt cx="843514" cy="843514"/>
          </a:xfrm>
        </p:grpSpPr>
        <p:grpSp>
          <p:nvGrpSpPr>
            <p:cNvPr id="141" name="Google Shape;141;p2"/>
            <p:cNvGrpSpPr/>
            <p:nvPr/>
          </p:nvGrpSpPr>
          <p:grpSpPr>
            <a:xfrm>
              <a:off x="0" y="0"/>
              <a:ext cx="843514" cy="843514"/>
              <a:chOff x="0" y="0"/>
              <a:chExt cx="812800" cy="812800"/>
            </a:xfrm>
          </p:grpSpPr>
          <p:sp>
            <p:nvSpPr>
              <p:cNvPr id="142" name="Google Shape;142;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4" name="Google Shape;144;p2"/>
            <p:cNvSpPr txBox="1"/>
            <p:nvPr/>
          </p:nvSpPr>
          <p:spPr>
            <a:xfrm>
              <a:off x="223126" y="14143"/>
              <a:ext cx="397262" cy="748553"/>
            </a:xfrm>
            <a:prstGeom prst="rect">
              <a:avLst/>
            </a:prstGeom>
            <a:noFill/>
            <a:ln>
              <a:noFill/>
            </a:ln>
          </p:spPr>
          <p:txBody>
            <a:bodyPr anchorCtr="0" anchor="t" bIns="0" lIns="0" spcFirstLastPara="1" rIns="0" wrap="square" tIns="0">
              <a:spAutoFit/>
            </a:bodyPr>
            <a:lstStyle/>
            <a:p>
              <a:pPr indent="0" lvl="0" marL="0" marR="0" rtl="0" algn="ctr">
                <a:lnSpc>
                  <a:spcPct val="140040"/>
                </a:lnSpc>
                <a:spcBef>
                  <a:spcPts val="0"/>
                </a:spcBef>
                <a:spcAft>
                  <a:spcPts val="0"/>
                </a:spcAft>
                <a:buNone/>
              </a:pPr>
              <a:r>
                <a:rPr b="1" i="0" lang="en-US" sz="3434" u="none" cap="none" strike="noStrike">
                  <a:solidFill>
                    <a:srgbClr val="000A1F"/>
                  </a:solidFill>
                  <a:latin typeface="Inter"/>
                  <a:ea typeface="Inter"/>
                  <a:cs typeface="Inter"/>
                  <a:sym typeface="Inter"/>
                </a:rPr>
                <a:t>8</a:t>
              </a:r>
              <a:endParaRPr/>
            </a:p>
          </p:txBody>
        </p:sp>
      </p:grpSp>
      <p:grpSp>
        <p:nvGrpSpPr>
          <p:cNvPr id="145" name="Google Shape;145;p2"/>
          <p:cNvGrpSpPr/>
          <p:nvPr/>
        </p:nvGrpSpPr>
        <p:grpSpPr>
          <a:xfrm>
            <a:off x="3322464" y="7373896"/>
            <a:ext cx="632635" cy="632590"/>
            <a:chOff x="0" y="0"/>
            <a:chExt cx="843514" cy="843453"/>
          </a:xfrm>
        </p:grpSpPr>
        <p:grpSp>
          <p:nvGrpSpPr>
            <p:cNvPr id="146" name="Google Shape;146;p2"/>
            <p:cNvGrpSpPr/>
            <p:nvPr/>
          </p:nvGrpSpPr>
          <p:grpSpPr>
            <a:xfrm>
              <a:off x="0" y="0"/>
              <a:ext cx="843514" cy="843453"/>
              <a:chOff x="0" y="0"/>
              <a:chExt cx="812800" cy="812741"/>
            </a:xfrm>
          </p:grpSpPr>
          <p:sp>
            <p:nvSpPr>
              <p:cNvPr id="147" name="Google Shape;147;p2"/>
              <p:cNvSpPr/>
              <p:nvPr/>
            </p:nvSpPr>
            <p:spPr>
              <a:xfrm>
                <a:off x="0" y="0"/>
                <a:ext cx="812800" cy="812741"/>
              </a:xfrm>
              <a:custGeom>
                <a:rect b="b" l="l" r="r" t="t"/>
                <a:pathLst>
                  <a:path extrusionOk="0" h="812741" w="812800">
                    <a:moveTo>
                      <a:pt x="406400" y="0"/>
                    </a:moveTo>
                    <a:cubicBezTo>
                      <a:pt x="181951" y="0"/>
                      <a:pt x="0" y="181938"/>
                      <a:pt x="0" y="406370"/>
                    </a:cubicBezTo>
                    <a:cubicBezTo>
                      <a:pt x="0" y="630803"/>
                      <a:pt x="181951" y="812741"/>
                      <a:pt x="406400" y="812741"/>
                    </a:cubicBezTo>
                    <a:cubicBezTo>
                      <a:pt x="630849" y="812741"/>
                      <a:pt x="812800" y="630803"/>
                      <a:pt x="812800" y="406370"/>
                    </a:cubicBezTo>
                    <a:cubicBezTo>
                      <a:pt x="812800" y="181938"/>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
              <p:cNvSpPr txBox="1"/>
              <p:nvPr/>
            </p:nvSpPr>
            <p:spPr>
              <a:xfrm>
                <a:off x="76200" y="38094"/>
                <a:ext cx="660400" cy="698452"/>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9" name="Google Shape;149;p2"/>
            <p:cNvSpPr txBox="1"/>
            <p:nvPr/>
          </p:nvSpPr>
          <p:spPr>
            <a:xfrm>
              <a:off x="223126" y="14143"/>
              <a:ext cx="397262" cy="748492"/>
            </a:xfrm>
            <a:prstGeom prst="rect">
              <a:avLst/>
            </a:prstGeom>
            <a:noFill/>
            <a:ln>
              <a:noFill/>
            </a:ln>
          </p:spPr>
          <p:txBody>
            <a:bodyPr anchorCtr="0" anchor="t" bIns="0" lIns="0" spcFirstLastPara="1" rIns="0" wrap="square" tIns="0">
              <a:spAutoFit/>
            </a:bodyPr>
            <a:lstStyle/>
            <a:p>
              <a:pPr indent="0" lvl="0" marL="0" marR="0" rtl="0" algn="ctr">
                <a:lnSpc>
                  <a:spcPct val="140040"/>
                </a:lnSpc>
                <a:spcBef>
                  <a:spcPts val="0"/>
                </a:spcBef>
                <a:spcAft>
                  <a:spcPts val="0"/>
                </a:spcAft>
                <a:buNone/>
              </a:pPr>
              <a:r>
                <a:rPr b="1" i="0" lang="en-US" sz="3434" u="none" cap="none" strike="noStrike">
                  <a:solidFill>
                    <a:srgbClr val="000A1F"/>
                  </a:solidFill>
                  <a:latin typeface="Inter"/>
                  <a:ea typeface="Inter"/>
                  <a:cs typeface="Inter"/>
                  <a:sym typeface="Inter"/>
                </a:rPr>
                <a:t>4</a:t>
              </a:r>
              <a:endParaRPr/>
            </a:p>
          </p:txBody>
        </p:sp>
      </p:grpSp>
      <p:grpSp>
        <p:nvGrpSpPr>
          <p:cNvPr id="150" name="Google Shape;150;p2"/>
          <p:cNvGrpSpPr/>
          <p:nvPr/>
        </p:nvGrpSpPr>
        <p:grpSpPr>
          <a:xfrm>
            <a:off x="9955733" y="7800434"/>
            <a:ext cx="632635" cy="632590"/>
            <a:chOff x="0" y="0"/>
            <a:chExt cx="843514" cy="843453"/>
          </a:xfrm>
        </p:grpSpPr>
        <p:grpSp>
          <p:nvGrpSpPr>
            <p:cNvPr id="151" name="Google Shape;151;p2"/>
            <p:cNvGrpSpPr/>
            <p:nvPr/>
          </p:nvGrpSpPr>
          <p:grpSpPr>
            <a:xfrm>
              <a:off x="0" y="0"/>
              <a:ext cx="843514" cy="843453"/>
              <a:chOff x="0" y="0"/>
              <a:chExt cx="812800" cy="812741"/>
            </a:xfrm>
          </p:grpSpPr>
          <p:sp>
            <p:nvSpPr>
              <p:cNvPr id="152" name="Google Shape;152;p2"/>
              <p:cNvSpPr/>
              <p:nvPr/>
            </p:nvSpPr>
            <p:spPr>
              <a:xfrm>
                <a:off x="0" y="0"/>
                <a:ext cx="812800" cy="812741"/>
              </a:xfrm>
              <a:custGeom>
                <a:rect b="b" l="l" r="r" t="t"/>
                <a:pathLst>
                  <a:path extrusionOk="0" h="812741" w="812800">
                    <a:moveTo>
                      <a:pt x="406400" y="0"/>
                    </a:moveTo>
                    <a:cubicBezTo>
                      <a:pt x="181951" y="0"/>
                      <a:pt x="0" y="181938"/>
                      <a:pt x="0" y="406370"/>
                    </a:cubicBezTo>
                    <a:cubicBezTo>
                      <a:pt x="0" y="630803"/>
                      <a:pt x="181951" y="812741"/>
                      <a:pt x="406400" y="812741"/>
                    </a:cubicBezTo>
                    <a:cubicBezTo>
                      <a:pt x="630849" y="812741"/>
                      <a:pt x="812800" y="630803"/>
                      <a:pt x="812800" y="406370"/>
                    </a:cubicBezTo>
                    <a:cubicBezTo>
                      <a:pt x="812800" y="181938"/>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
              <p:cNvSpPr txBox="1"/>
              <p:nvPr/>
            </p:nvSpPr>
            <p:spPr>
              <a:xfrm>
                <a:off x="76200" y="38094"/>
                <a:ext cx="660400" cy="698452"/>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4" name="Google Shape;154;p2"/>
            <p:cNvSpPr txBox="1"/>
            <p:nvPr/>
          </p:nvSpPr>
          <p:spPr>
            <a:xfrm>
              <a:off x="223126" y="14143"/>
              <a:ext cx="397262" cy="748492"/>
            </a:xfrm>
            <a:prstGeom prst="rect">
              <a:avLst/>
            </a:prstGeom>
            <a:noFill/>
            <a:ln>
              <a:noFill/>
            </a:ln>
          </p:spPr>
          <p:txBody>
            <a:bodyPr anchorCtr="0" anchor="t" bIns="0" lIns="0" spcFirstLastPara="1" rIns="0" wrap="square" tIns="0">
              <a:spAutoFit/>
            </a:bodyPr>
            <a:lstStyle/>
            <a:p>
              <a:pPr indent="0" lvl="0" marL="0" marR="0" rtl="0" algn="ctr">
                <a:lnSpc>
                  <a:spcPct val="140040"/>
                </a:lnSpc>
                <a:spcBef>
                  <a:spcPts val="0"/>
                </a:spcBef>
                <a:spcAft>
                  <a:spcPts val="0"/>
                </a:spcAft>
                <a:buNone/>
              </a:pPr>
              <a:r>
                <a:rPr b="1" i="0" lang="en-US" sz="3434" u="none" cap="none" strike="noStrike">
                  <a:solidFill>
                    <a:srgbClr val="000A1F"/>
                  </a:solidFill>
                  <a:latin typeface="Inter"/>
                  <a:ea typeface="Inter"/>
                  <a:cs typeface="Inter"/>
                  <a:sym typeface="Inter"/>
                </a:rPr>
                <a:t>9</a:t>
              </a:r>
              <a:endParaRPr/>
            </a:p>
          </p:txBody>
        </p:sp>
      </p:grpSp>
      <p:sp>
        <p:nvSpPr>
          <p:cNvPr id="155" name="Google Shape;155;p2"/>
          <p:cNvSpPr txBox="1"/>
          <p:nvPr/>
        </p:nvSpPr>
        <p:spPr>
          <a:xfrm>
            <a:off x="10901973" y="6679653"/>
            <a:ext cx="3810000" cy="52895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0" i="0" lang="en-US" sz="3500" u="none" cap="none" strike="noStrike">
                <a:solidFill>
                  <a:srgbClr val="FFFFFF"/>
                </a:solidFill>
                <a:latin typeface="Inter"/>
                <a:ea typeface="Inter"/>
                <a:cs typeface="Inter"/>
                <a:sym typeface="Inter"/>
              </a:rPr>
              <a:t>plan de trabajo</a:t>
            </a:r>
            <a:endParaRPr/>
          </a:p>
        </p:txBody>
      </p:sp>
      <p:sp>
        <p:nvSpPr>
          <p:cNvPr id="156" name="Google Shape;156;p2"/>
          <p:cNvSpPr txBox="1"/>
          <p:nvPr/>
        </p:nvSpPr>
        <p:spPr>
          <a:xfrm>
            <a:off x="10901973" y="7690191"/>
            <a:ext cx="3810000" cy="106235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0" i="0" lang="en-US" sz="3500" u="none" cap="none" strike="noStrike">
                <a:solidFill>
                  <a:srgbClr val="FFFFFF"/>
                </a:solidFill>
                <a:latin typeface="Inter"/>
                <a:ea typeface="Inter"/>
                <a:cs typeface="Inter"/>
                <a:sym typeface="Inter"/>
              </a:rPr>
              <a:t>evidencia y justificación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8663" l="0" r="0" t="0"/>
            </a:stretch>
          </a:blipFill>
          <a:ln>
            <a:noFill/>
          </a:ln>
        </p:spPr>
      </p:sp>
      <p:grpSp>
        <p:nvGrpSpPr>
          <p:cNvPr id="162" name="Google Shape;162;p3"/>
          <p:cNvGrpSpPr/>
          <p:nvPr/>
        </p:nvGrpSpPr>
        <p:grpSpPr>
          <a:xfrm rot="5400000">
            <a:off x="5169284" y="-5079524"/>
            <a:ext cx="8093966" cy="20883865"/>
            <a:chOff x="0" y="-38100"/>
            <a:chExt cx="2016434" cy="5500241"/>
          </a:xfrm>
        </p:grpSpPr>
        <p:sp>
          <p:nvSpPr>
            <p:cNvPr id="163" name="Google Shape;163;p3"/>
            <p:cNvSpPr/>
            <p:nvPr/>
          </p:nvSpPr>
          <p:spPr>
            <a:xfrm>
              <a:off x="0" y="0"/>
              <a:ext cx="2016434" cy="5462141"/>
            </a:xfrm>
            <a:custGeom>
              <a:rect b="b" l="l" r="r" t="t"/>
              <a:pathLst>
                <a:path extrusionOk="0" h="5462141" w="2016434">
                  <a:moveTo>
                    <a:pt x="28314" y="0"/>
                  </a:moveTo>
                  <a:lnTo>
                    <a:pt x="1988121" y="0"/>
                  </a:lnTo>
                  <a:cubicBezTo>
                    <a:pt x="1995630" y="0"/>
                    <a:pt x="2002832" y="2983"/>
                    <a:pt x="2008142" y="8293"/>
                  </a:cubicBezTo>
                  <a:cubicBezTo>
                    <a:pt x="2013452" y="13603"/>
                    <a:pt x="2016434" y="20804"/>
                    <a:pt x="2016434" y="28314"/>
                  </a:cubicBezTo>
                  <a:lnTo>
                    <a:pt x="2016434" y="5433827"/>
                  </a:lnTo>
                  <a:cubicBezTo>
                    <a:pt x="2016434" y="5441336"/>
                    <a:pt x="2013452" y="5448538"/>
                    <a:pt x="2008142" y="5453848"/>
                  </a:cubicBezTo>
                  <a:cubicBezTo>
                    <a:pt x="2002832" y="5459157"/>
                    <a:pt x="1995630" y="5462141"/>
                    <a:pt x="1988121" y="5462141"/>
                  </a:cubicBezTo>
                  <a:lnTo>
                    <a:pt x="28314" y="5462141"/>
                  </a:lnTo>
                  <a:cubicBezTo>
                    <a:pt x="20804" y="5462141"/>
                    <a:pt x="13603" y="5459157"/>
                    <a:pt x="8293" y="5453848"/>
                  </a:cubicBezTo>
                  <a:cubicBezTo>
                    <a:pt x="2983" y="5448538"/>
                    <a:pt x="0" y="5441336"/>
                    <a:pt x="0" y="5433827"/>
                  </a:cubicBezTo>
                  <a:lnTo>
                    <a:pt x="0" y="28314"/>
                  </a:lnTo>
                  <a:cubicBezTo>
                    <a:pt x="0" y="20804"/>
                    <a:pt x="2983" y="13603"/>
                    <a:pt x="8293" y="8293"/>
                  </a:cubicBezTo>
                  <a:cubicBezTo>
                    <a:pt x="13603" y="2983"/>
                    <a:pt x="20804" y="0"/>
                    <a:pt x="28314" y="0"/>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
            <p:cNvSpPr txBox="1"/>
            <p:nvPr/>
          </p:nvSpPr>
          <p:spPr>
            <a:xfrm>
              <a:off x="0" y="-38100"/>
              <a:ext cx="2016434" cy="5500241"/>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5" name="Google Shape;165;p3"/>
          <p:cNvSpPr txBox="1"/>
          <p:nvPr/>
        </p:nvSpPr>
        <p:spPr>
          <a:xfrm>
            <a:off x="209325" y="2928200"/>
            <a:ext cx="9163800" cy="6756600"/>
          </a:xfrm>
          <a:prstGeom prst="rect">
            <a:avLst/>
          </a:prstGeom>
          <a:noFill/>
          <a:ln>
            <a:noFill/>
          </a:ln>
        </p:spPr>
        <p:txBody>
          <a:bodyPr anchorCtr="0" anchor="t" bIns="0" lIns="0" spcFirstLastPara="1" rIns="0" wrap="square" tIns="0">
            <a:spAutoFit/>
          </a:bodyPr>
          <a:lstStyle/>
          <a:p>
            <a:pPr indent="0" lvl="0" marL="0" marR="0" rtl="0" algn="ctr">
              <a:lnSpc>
                <a:spcPct val="161018"/>
              </a:lnSpc>
              <a:spcBef>
                <a:spcPts val="0"/>
              </a:spcBef>
              <a:spcAft>
                <a:spcPts val="0"/>
              </a:spcAft>
              <a:buNone/>
            </a:pPr>
            <a:r>
              <a:rPr b="0" i="0" lang="en-US" sz="2160" u="none" cap="none" strike="noStrike">
                <a:solidFill>
                  <a:srgbClr val="FFFFFF"/>
                </a:solidFill>
                <a:latin typeface="Inter"/>
                <a:ea typeface="Inter"/>
                <a:cs typeface="Inter"/>
                <a:sym typeface="Inter"/>
              </a:rPr>
              <a:t>Español:</a:t>
            </a:r>
            <a:endParaRPr/>
          </a:p>
          <a:p>
            <a:pPr indent="0" lvl="0" marL="0" marR="0" rtl="0" algn="ctr">
              <a:lnSpc>
                <a:spcPct val="161018"/>
              </a:lnSpc>
              <a:spcBef>
                <a:spcPts val="0"/>
              </a:spcBef>
              <a:spcAft>
                <a:spcPts val="0"/>
              </a:spcAft>
              <a:buNone/>
            </a:pPr>
            <a:r>
              <a:rPr b="0" i="0" lang="en-US" sz="2160" u="none" cap="none" strike="noStrike">
                <a:solidFill>
                  <a:srgbClr val="FFFFFF"/>
                </a:solidFill>
                <a:latin typeface="Inter"/>
                <a:ea typeface="Inter"/>
                <a:cs typeface="Inter"/>
                <a:sym typeface="Inter"/>
              </a:rPr>
              <a:t>Este proyecto propone el desarrollo de una aplicación web responsiva orientada a pequeñas y medianas empresas, con el objetivo de centralizar y optimizar procesos clave como la gestión de datos operativos, el control de inventario y la generación automatizada de reportes. A partir de un análisis del contexto real, se identificó que muchas soluciones existentes presentan barreras técnicas para usuarios con escasa experiencia digital. Por ello, se optó por una plataforma accesible desde cualquier dispositivo, con una interfaz intuitiva y adaptable. Lo que permite lograr una solución funcional, escalable y de fácil implementación para distintos perfiles de usuario dentro de una organización.</a:t>
            </a:r>
            <a:endParaRPr/>
          </a:p>
          <a:p>
            <a:pPr indent="0" lvl="0" marL="0" marR="0" rtl="0" algn="ctr">
              <a:lnSpc>
                <a:spcPct val="161018"/>
              </a:lnSpc>
              <a:spcBef>
                <a:spcPts val="0"/>
              </a:spcBef>
              <a:spcAft>
                <a:spcPts val="0"/>
              </a:spcAft>
              <a:buNone/>
            </a:pPr>
            <a:r>
              <a:t/>
            </a:r>
            <a:endParaRPr b="0" i="0" sz="2160" u="none" cap="none" strike="noStrike">
              <a:solidFill>
                <a:srgbClr val="FFFFFF"/>
              </a:solidFill>
              <a:latin typeface="Inter"/>
              <a:ea typeface="Inter"/>
              <a:cs typeface="Inter"/>
              <a:sym typeface="Inter"/>
            </a:endParaRPr>
          </a:p>
        </p:txBody>
      </p:sp>
      <p:sp>
        <p:nvSpPr>
          <p:cNvPr id="166" name="Google Shape;166;p3"/>
          <p:cNvSpPr txBox="1"/>
          <p:nvPr/>
        </p:nvSpPr>
        <p:spPr>
          <a:xfrm>
            <a:off x="4693146" y="1286850"/>
            <a:ext cx="8901708" cy="2390156"/>
          </a:xfrm>
          <a:prstGeom prst="rect">
            <a:avLst/>
          </a:prstGeom>
          <a:noFill/>
          <a:ln>
            <a:noFill/>
          </a:ln>
        </p:spPr>
        <p:txBody>
          <a:bodyPr anchorCtr="0" anchor="t" bIns="0" lIns="0" spcFirstLastPara="1" rIns="0" wrap="square" tIns="0">
            <a:spAutoFit/>
          </a:bodyPr>
          <a:lstStyle/>
          <a:p>
            <a:pPr indent="0" lvl="0" marL="0" marR="0" rtl="0" algn="ctr">
              <a:lnSpc>
                <a:spcPct val="124012"/>
              </a:lnSpc>
              <a:spcBef>
                <a:spcPts val="0"/>
              </a:spcBef>
              <a:spcAft>
                <a:spcPts val="0"/>
              </a:spcAft>
              <a:buNone/>
            </a:pPr>
            <a:r>
              <a:rPr b="1" i="0" lang="en-US" sz="7621" u="none" cap="none" strike="noStrike">
                <a:solidFill>
                  <a:srgbClr val="FFFFFF"/>
                </a:solidFill>
                <a:latin typeface="Arial"/>
                <a:ea typeface="Arial"/>
                <a:cs typeface="Arial"/>
                <a:sym typeface="Arial"/>
              </a:rPr>
              <a:t>ABSTRACT</a:t>
            </a:r>
            <a:endParaRPr/>
          </a:p>
          <a:p>
            <a:pPr indent="0" lvl="0" marL="0" marR="0" rtl="0" algn="ctr">
              <a:lnSpc>
                <a:spcPct val="124012"/>
              </a:lnSpc>
              <a:spcBef>
                <a:spcPts val="0"/>
              </a:spcBef>
              <a:spcAft>
                <a:spcPts val="0"/>
              </a:spcAft>
              <a:buNone/>
            </a:pPr>
            <a:r>
              <a:t/>
            </a:r>
            <a:endParaRPr b="1" i="0" sz="7621" u="none" cap="none" strike="noStrike">
              <a:solidFill>
                <a:srgbClr val="FFFFFF"/>
              </a:solidFill>
              <a:latin typeface="Arial"/>
              <a:ea typeface="Arial"/>
              <a:cs typeface="Arial"/>
              <a:sym typeface="Arial"/>
            </a:endParaRPr>
          </a:p>
        </p:txBody>
      </p:sp>
      <p:sp>
        <p:nvSpPr>
          <p:cNvPr id="167" name="Google Shape;167;p3"/>
          <p:cNvSpPr txBox="1"/>
          <p:nvPr/>
        </p:nvSpPr>
        <p:spPr>
          <a:xfrm>
            <a:off x="9508550" y="2474850"/>
            <a:ext cx="8658900" cy="7292100"/>
          </a:xfrm>
          <a:prstGeom prst="rect">
            <a:avLst/>
          </a:prstGeom>
          <a:noFill/>
          <a:ln>
            <a:noFill/>
          </a:ln>
        </p:spPr>
        <p:txBody>
          <a:bodyPr anchorCtr="0" anchor="t" bIns="0" lIns="0" spcFirstLastPara="1" rIns="0" wrap="square" tIns="0">
            <a:spAutoFit/>
          </a:bodyPr>
          <a:lstStyle/>
          <a:p>
            <a:pPr indent="0" lvl="0" marL="0" marR="0" rtl="0" algn="ctr">
              <a:lnSpc>
                <a:spcPct val="19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161018"/>
              </a:lnSpc>
              <a:spcBef>
                <a:spcPts val="0"/>
              </a:spcBef>
              <a:spcAft>
                <a:spcPts val="0"/>
              </a:spcAft>
              <a:buNone/>
            </a:pPr>
            <a:r>
              <a:rPr b="0" i="0" lang="en-US" sz="2160" u="none" cap="none" strike="noStrike">
                <a:solidFill>
                  <a:srgbClr val="FFFFFF"/>
                </a:solidFill>
                <a:latin typeface="Inter"/>
                <a:ea typeface="Inter"/>
                <a:cs typeface="Inter"/>
                <a:sym typeface="Inter"/>
              </a:rPr>
              <a:t>English:</a:t>
            </a:r>
            <a:endParaRPr/>
          </a:p>
          <a:p>
            <a:pPr indent="0" lvl="0" marL="0" marR="0" rtl="0" algn="ctr">
              <a:lnSpc>
                <a:spcPct val="161018"/>
              </a:lnSpc>
              <a:spcBef>
                <a:spcPts val="0"/>
              </a:spcBef>
              <a:spcAft>
                <a:spcPts val="0"/>
              </a:spcAft>
              <a:buNone/>
            </a:pPr>
            <a:r>
              <a:rPr b="0" i="0" lang="en-US" sz="2160" u="none" cap="none" strike="noStrike">
                <a:solidFill>
                  <a:srgbClr val="FFFFFF"/>
                </a:solidFill>
                <a:latin typeface="Inter"/>
                <a:ea typeface="Inter"/>
                <a:cs typeface="Inter"/>
                <a:sym typeface="Inter"/>
              </a:rPr>
              <a:t>This project proposes the development of a responsive web application aimed at small and medium-sized businesses, with the goal of centralizing and optimizing key processes such as operational data management, inventory control, and automated report generation. Based on real-world analysis, it was identified that many existing solutions present technical barriers for users with limited digital experience. Therefore, we chose a platform accessible from any device, with an intuitive and adaptable interface. This enables a functional, scalable, and easy-to-implement solution for various user profiles within an organization.</a:t>
            </a:r>
            <a:endParaRPr/>
          </a:p>
          <a:p>
            <a:pPr indent="0" lvl="0" marL="0" marR="0" rtl="0" algn="ctr">
              <a:lnSpc>
                <a:spcPct val="161018"/>
              </a:lnSpc>
              <a:spcBef>
                <a:spcPts val="0"/>
              </a:spcBef>
              <a:spcAft>
                <a:spcPts val="0"/>
              </a:spcAft>
              <a:buNone/>
            </a:pPr>
            <a:r>
              <a:t/>
            </a:r>
            <a:endParaRPr b="0" i="0" sz="2160" u="none" cap="none" strike="noStrike">
              <a:solidFill>
                <a:srgbClr val="FFFFFF"/>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8663" l="0" r="0" t="0"/>
            </a:stretch>
          </a:blipFill>
          <a:ln>
            <a:noFill/>
          </a:ln>
        </p:spPr>
      </p:sp>
      <p:grpSp>
        <p:nvGrpSpPr>
          <p:cNvPr id="173" name="Google Shape;173;p4"/>
          <p:cNvGrpSpPr/>
          <p:nvPr/>
        </p:nvGrpSpPr>
        <p:grpSpPr>
          <a:xfrm rot="5400000">
            <a:off x="-1036236" y="-100579"/>
            <a:ext cx="12192397" cy="11275702"/>
            <a:chOff x="0" y="-38100"/>
            <a:chExt cx="3211166" cy="2969732"/>
          </a:xfrm>
        </p:grpSpPr>
        <p:sp>
          <p:nvSpPr>
            <p:cNvPr id="174" name="Google Shape;174;p4"/>
            <p:cNvSpPr/>
            <p:nvPr/>
          </p:nvSpPr>
          <p:spPr>
            <a:xfrm>
              <a:off x="0" y="0"/>
              <a:ext cx="3211166" cy="2931632"/>
            </a:xfrm>
            <a:custGeom>
              <a:rect b="b" l="l" r="r" t="t"/>
              <a:pathLst>
                <a:path extrusionOk="0" h="2931632" w="3211166">
                  <a:moveTo>
                    <a:pt x="17779" y="0"/>
                  </a:moveTo>
                  <a:lnTo>
                    <a:pt x="3193387" y="0"/>
                  </a:lnTo>
                  <a:cubicBezTo>
                    <a:pt x="3203206" y="0"/>
                    <a:pt x="3211166" y="7960"/>
                    <a:pt x="3211166" y="17779"/>
                  </a:cubicBezTo>
                  <a:lnTo>
                    <a:pt x="3211166" y="2913853"/>
                  </a:lnTo>
                  <a:cubicBezTo>
                    <a:pt x="3211166" y="2923672"/>
                    <a:pt x="3203206" y="2931632"/>
                    <a:pt x="3193387" y="2931632"/>
                  </a:cubicBezTo>
                  <a:lnTo>
                    <a:pt x="17779" y="2931632"/>
                  </a:lnTo>
                  <a:cubicBezTo>
                    <a:pt x="7960" y="2931632"/>
                    <a:pt x="0" y="2923672"/>
                    <a:pt x="0" y="2913853"/>
                  </a:cubicBezTo>
                  <a:lnTo>
                    <a:pt x="0" y="17779"/>
                  </a:lnTo>
                  <a:cubicBezTo>
                    <a:pt x="0" y="7960"/>
                    <a:pt x="7960" y="0"/>
                    <a:pt x="17779" y="0"/>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4"/>
            <p:cNvSpPr txBox="1"/>
            <p:nvPr/>
          </p:nvSpPr>
          <p:spPr>
            <a:xfrm>
              <a:off x="0" y="-38100"/>
              <a:ext cx="3211166" cy="2969732"/>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6" name="Google Shape;176;p4"/>
          <p:cNvGrpSpPr/>
          <p:nvPr/>
        </p:nvGrpSpPr>
        <p:grpSpPr>
          <a:xfrm>
            <a:off x="12233258" y="1028700"/>
            <a:ext cx="4159154" cy="8227584"/>
            <a:chOff x="0" y="0"/>
            <a:chExt cx="2620010" cy="5182870"/>
          </a:xfrm>
        </p:grpSpPr>
        <p:sp>
          <p:nvSpPr>
            <p:cNvPr id="177" name="Google Shape;177;p4"/>
            <p:cNvSpPr/>
            <p:nvPr/>
          </p:nvSpPr>
          <p:spPr>
            <a:xfrm>
              <a:off x="53340" y="25400"/>
              <a:ext cx="2513330" cy="5132070"/>
            </a:xfrm>
            <a:custGeom>
              <a:rect b="b" l="l" r="r" t="t"/>
              <a:pathLst>
                <a:path extrusionOk="0"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4"/>
            <p:cNvSpPr/>
            <p:nvPr/>
          </p:nvSpPr>
          <p:spPr>
            <a:xfrm>
              <a:off x="185420" y="156210"/>
              <a:ext cx="2251710" cy="4876800"/>
            </a:xfrm>
            <a:custGeom>
              <a:rect b="b" l="l" r="r" t="t"/>
              <a:pathLst>
                <a:path extrusionOk="0"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rotWithShape="1">
              <a:blip r:embed="rId4">
                <a:alphaModFix/>
              </a:blip>
              <a:stretch>
                <a:fillRect b="0" l="-22231" r="-22233"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4"/>
            <p:cNvSpPr/>
            <p:nvPr/>
          </p:nvSpPr>
          <p:spPr>
            <a:xfrm>
              <a:off x="1121410" y="198120"/>
              <a:ext cx="347980" cy="43180"/>
            </a:xfrm>
            <a:custGeom>
              <a:rect b="b" l="l" r="r" t="t"/>
              <a:pathLst>
                <a:path extrusionOk="0"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4"/>
            <p:cNvSpPr/>
            <p:nvPr/>
          </p:nvSpPr>
          <p:spPr>
            <a:xfrm>
              <a:off x="1578312" y="187909"/>
              <a:ext cx="66636" cy="63602"/>
            </a:xfrm>
            <a:custGeom>
              <a:rect b="b" l="l" r="r" t="t"/>
              <a:pathLst>
                <a:path extrusionOk="0"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4"/>
            <p:cNvSpPr/>
            <p:nvPr/>
          </p:nvSpPr>
          <p:spPr>
            <a:xfrm>
              <a:off x="0" y="685800"/>
              <a:ext cx="27940" cy="213360"/>
            </a:xfrm>
            <a:custGeom>
              <a:rect b="b" l="l" r="r" t="t"/>
              <a:pathLst>
                <a:path extrusionOk="0"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000A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4"/>
            <p:cNvSpPr/>
            <p:nvPr/>
          </p:nvSpPr>
          <p:spPr>
            <a:xfrm>
              <a:off x="0" y="1057910"/>
              <a:ext cx="27940" cy="384810"/>
            </a:xfrm>
            <a:custGeom>
              <a:rect b="b" l="l" r="r" t="t"/>
              <a:pathLst>
                <a:path extrusionOk="0"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000A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4"/>
            <p:cNvSpPr/>
            <p:nvPr/>
          </p:nvSpPr>
          <p:spPr>
            <a:xfrm>
              <a:off x="0" y="1526540"/>
              <a:ext cx="27940" cy="386080"/>
            </a:xfrm>
            <a:custGeom>
              <a:rect b="b" l="l" r="r" t="t"/>
              <a:pathLst>
                <a:path extrusionOk="0"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000A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4"/>
            <p:cNvSpPr/>
            <p:nvPr/>
          </p:nvSpPr>
          <p:spPr>
            <a:xfrm>
              <a:off x="2592070" y="1184910"/>
              <a:ext cx="27940" cy="618490"/>
            </a:xfrm>
            <a:custGeom>
              <a:rect b="b" l="l" r="r" t="t"/>
              <a:pathLst>
                <a:path extrusionOk="0"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000A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4"/>
            <p:cNvSpPr/>
            <p:nvPr/>
          </p:nvSpPr>
          <p:spPr>
            <a:xfrm>
              <a:off x="27940" y="0"/>
              <a:ext cx="2564130" cy="5182870"/>
            </a:xfrm>
            <a:custGeom>
              <a:rect b="b" l="l" r="r" t="t"/>
              <a:pathLst>
                <a:path extrusionOk="0"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6" name="Google Shape;186;p4"/>
          <p:cNvSpPr txBox="1"/>
          <p:nvPr/>
        </p:nvSpPr>
        <p:spPr>
          <a:xfrm>
            <a:off x="238885" y="3330722"/>
            <a:ext cx="10162200" cy="6296700"/>
          </a:xfrm>
          <a:prstGeom prst="rect">
            <a:avLst/>
          </a:prstGeom>
          <a:noFill/>
          <a:ln>
            <a:noFill/>
          </a:ln>
        </p:spPr>
        <p:txBody>
          <a:bodyPr anchorCtr="0" anchor="t" bIns="0" lIns="0" spcFirstLastPara="1" rIns="0" wrap="square" tIns="0">
            <a:spAutoFit/>
          </a:bodyPr>
          <a:lstStyle/>
          <a:p>
            <a:pPr indent="0" lvl="0" marL="0" marR="0" rtl="0" algn="l">
              <a:lnSpc>
                <a:spcPct val="161005"/>
              </a:lnSpc>
              <a:spcBef>
                <a:spcPts val="0"/>
              </a:spcBef>
              <a:spcAft>
                <a:spcPts val="0"/>
              </a:spcAft>
              <a:buNone/>
            </a:pPr>
            <a:r>
              <a:rPr b="1" i="1" lang="en-US" sz="2000" u="none" cap="none" strike="noStrike">
                <a:solidFill>
                  <a:srgbClr val="FFFFFF"/>
                </a:solidFill>
                <a:latin typeface="Inter"/>
                <a:ea typeface="Inter"/>
                <a:cs typeface="Inter"/>
                <a:sym typeface="Inter"/>
              </a:rPr>
              <a:t>Muchas pymes gestionan sus procesos con herramientas improvisadas como hojas de cálculo, macros o Google Sheets, lo que dificulta la escalabilidad y genera errores.</a:t>
            </a:r>
            <a:endParaRPr sz="2000"/>
          </a:p>
          <a:p>
            <a:pPr indent="0" lvl="0" marL="0" marR="0" rtl="0" algn="l">
              <a:lnSpc>
                <a:spcPct val="161005"/>
              </a:lnSpc>
              <a:spcBef>
                <a:spcPts val="0"/>
              </a:spcBef>
              <a:spcAft>
                <a:spcPts val="0"/>
              </a:spcAft>
              <a:buNone/>
            </a:pPr>
            <a:r>
              <a:t/>
            </a:r>
            <a:endParaRPr b="1" i="1" sz="2000" u="none" cap="none" strike="noStrike">
              <a:solidFill>
                <a:srgbClr val="FFFFFF"/>
              </a:solidFill>
              <a:latin typeface="Inter"/>
              <a:ea typeface="Inter"/>
              <a:cs typeface="Inter"/>
              <a:sym typeface="Inter"/>
            </a:endParaRPr>
          </a:p>
          <a:p>
            <a:pPr indent="0" lvl="0" marL="0" marR="0" rtl="0" algn="l">
              <a:lnSpc>
                <a:spcPct val="161005"/>
              </a:lnSpc>
              <a:spcBef>
                <a:spcPts val="0"/>
              </a:spcBef>
              <a:spcAft>
                <a:spcPts val="0"/>
              </a:spcAft>
              <a:buNone/>
            </a:pPr>
            <a:r>
              <a:rPr b="1" i="1" lang="en-US" sz="2000" u="none" cap="none" strike="noStrike">
                <a:solidFill>
                  <a:srgbClr val="FFFFFF"/>
                </a:solidFill>
                <a:latin typeface="Inter"/>
                <a:ea typeface="Inter"/>
                <a:cs typeface="Inter"/>
                <a:sym typeface="Inter"/>
              </a:rPr>
              <a:t>La falta de soluciones accesibles y adaptadas a usuarios sin conocimientos técnicos limita la digitalización de estas empresas.</a:t>
            </a:r>
            <a:endParaRPr sz="2000"/>
          </a:p>
          <a:p>
            <a:pPr indent="0" lvl="0" marL="0" marR="0" rtl="0" algn="l">
              <a:lnSpc>
                <a:spcPct val="161005"/>
              </a:lnSpc>
              <a:spcBef>
                <a:spcPts val="0"/>
              </a:spcBef>
              <a:spcAft>
                <a:spcPts val="0"/>
              </a:spcAft>
              <a:buNone/>
            </a:pPr>
            <a:r>
              <a:t/>
            </a:r>
            <a:endParaRPr b="1" i="1" sz="2000" u="none" cap="none" strike="noStrike">
              <a:solidFill>
                <a:srgbClr val="FFFFFF"/>
              </a:solidFill>
              <a:latin typeface="Inter"/>
              <a:ea typeface="Inter"/>
              <a:cs typeface="Inter"/>
              <a:sym typeface="Inter"/>
            </a:endParaRPr>
          </a:p>
          <a:p>
            <a:pPr indent="0" lvl="0" marL="0" marR="0" rtl="0" algn="l">
              <a:lnSpc>
                <a:spcPct val="161005"/>
              </a:lnSpc>
              <a:spcBef>
                <a:spcPts val="0"/>
              </a:spcBef>
              <a:spcAft>
                <a:spcPts val="0"/>
              </a:spcAft>
              <a:buNone/>
            </a:pPr>
            <a:r>
              <a:rPr b="1" i="1" lang="en-US" sz="2000" u="none" cap="none" strike="noStrike">
                <a:solidFill>
                  <a:srgbClr val="FFFFFF"/>
                </a:solidFill>
                <a:latin typeface="Inter"/>
                <a:ea typeface="Inter"/>
                <a:cs typeface="Inter"/>
                <a:sym typeface="Inter"/>
              </a:rPr>
              <a:t>Una plataforma web, intuitiva y modular, permite mejorar la toma de decisiones, optimizar recursos y aumentar la eficiencia organizacional.</a:t>
            </a:r>
            <a:endParaRPr sz="2000"/>
          </a:p>
          <a:p>
            <a:pPr indent="0" lvl="0" marL="0" marR="0" rtl="0" algn="l">
              <a:lnSpc>
                <a:spcPct val="161005"/>
              </a:lnSpc>
              <a:spcBef>
                <a:spcPts val="0"/>
              </a:spcBef>
              <a:spcAft>
                <a:spcPts val="0"/>
              </a:spcAft>
              <a:buNone/>
            </a:pPr>
            <a:r>
              <a:t/>
            </a:r>
            <a:endParaRPr b="1" i="1" sz="2000" u="none" cap="none" strike="noStrike">
              <a:solidFill>
                <a:srgbClr val="FFFFFF"/>
              </a:solidFill>
              <a:latin typeface="Inter"/>
              <a:ea typeface="Inter"/>
              <a:cs typeface="Inter"/>
              <a:sym typeface="Inter"/>
            </a:endParaRPr>
          </a:p>
          <a:p>
            <a:pPr indent="0" lvl="0" marL="0" marR="0" rtl="0" algn="l">
              <a:lnSpc>
                <a:spcPct val="161005"/>
              </a:lnSpc>
              <a:spcBef>
                <a:spcPts val="0"/>
              </a:spcBef>
              <a:spcAft>
                <a:spcPts val="0"/>
              </a:spcAft>
              <a:buNone/>
            </a:pPr>
            <a:r>
              <a:rPr b="1" i="1" lang="en-US" sz="2000" u="none" cap="none" strike="noStrike">
                <a:solidFill>
                  <a:srgbClr val="FFFFFF"/>
                </a:solidFill>
                <a:latin typeface="Inter"/>
                <a:ea typeface="Inter"/>
                <a:cs typeface="Inter"/>
                <a:sym typeface="Inter"/>
              </a:rPr>
              <a:t>Este proyecto responde a una necesidad real en el mercado y busca ser una alternativa simple, pero potente, para quienes inician su transformación digital.</a:t>
            </a:r>
            <a:endParaRPr sz="2000"/>
          </a:p>
          <a:p>
            <a:pPr indent="0" lvl="0" marL="0" marR="0" rtl="0" algn="l">
              <a:lnSpc>
                <a:spcPct val="161005"/>
              </a:lnSpc>
              <a:spcBef>
                <a:spcPts val="0"/>
              </a:spcBef>
              <a:spcAft>
                <a:spcPts val="0"/>
              </a:spcAft>
              <a:buNone/>
            </a:pPr>
            <a:r>
              <a:t/>
            </a:r>
            <a:endParaRPr b="1" i="1" sz="2267" u="none" cap="none" strike="noStrike">
              <a:solidFill>
                <a:srgbClr val="FFFFFF"/>
              </a:solidFill>
              <a:latin typeface="Inter"/>
              <a:ea typeface="Inter"/>
              <a:cs typeface="Inter"/>
              <a:sym typeface="Inter"/>
            </a:endParaRPr>
          </a:p>
        </p:txBody>
      </p:sp>
      <p:sp>
        <p:nvSpPr>
          <p:cNvPr id="187" name="Google Shape;187;p4"/>
          <p:cNvSpPr txBox="1"/>
          <p:nvPr/>
        </p:nvSpPr>
        <p:spPr>
          <a:xfrm>
            <a:off x="1028700" y="413941"/>
            <a:ext cx="7786800" cy="3590400"/>
          </a:xfrm>
          <a:prstGeom prst="rect">
            <a:avLst/>
          </a:prstGeom>
          <a:noFill/>
          <a:ln>
            <a:noFill/>
          </a:ln>
        </p:spPr>
        <p:txBody>
          <a:bodyPr anchorCtr="0" anchor="t" bIns="0" lIns="0" spcFirstLastPara="1" rIns="0" wrap="square" tIns="0">
            <a:spAutoFit/>
          </a:bodyPr>
          <a:lstStyle/>
          <a:p>
            <a:pPr indent="0" lvl="0" marL="0" marR="0" rtl="0" algn="l">
              <a:lnSpc>
                <a:spcPct val="124012"/>
              </a:lnSpc>
              <a:spcBef>
                <a:spcPts val="0"/>
              </a:spcBef>
              <a:spcAft>
                <a:spcPts val="0"/>
              </a:spcAft>
              <a:buNone/>
            </a:pPr>
            <a:r>
              <a:rPr b="1" i="0" lang="en-US" sz="7621" u="none" cap="none" strike="noStrike">
                <a:solidFill>
                  <a:srgbClr val="FFFFFF"/>
                </a:solidFill>
                <a:latin typeface="Arial"/>
                <a:ea typeface="Arial"/>
                <a:cs typeface="Arial"/>
                <a:sym typeface="Arial"/>
              </a:rPr>
              <a:t>RELEVANCIA DEL PROYECTO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8663" l="0" r="0" t="0"/>
            </a:stretch>
          </a:blipFill>
          <a:ln>
            <a:noFill/>
          </a:ln>
        </p:spPr>
      </p:sp>
      <p:grpSp>
        <p:nvGrpSpPr>
          <p:cNvPr id="193" name="Google Shape;193;p5"/>
          <p:cNvGrpSpPr/>
          <p:nvPr/>
        </p:nvGrpSpPr>
        <p:grpSpPr>
          <a:xfrm rot="5400000">
            <a:off x="1192511" y="3845012"/>
            <a:ext cx="4742240" cy="5069863"/>
            <a:chOff x="0" y="-38100"/>
            <a:chExt cx="1248985" cy="1335273"/>
          </a:xfrm>
        </p:grpSpPr>
        <p:sp>
          <p:nvSpPr>
            <p:cNvPr id="194" name="Google Shape;194;p5"/>
            <p:cNvSpPr/>
            <p:nvPr/>
          </p:nvSpPr>
          <p:spPr>
            <a:xfrm>
              <a:off x="0" y="0"/>
              <a:ext cx="1248985" cy="1297173"/>
            </a:xfrm>
            <a:custGeom>
              <a:rect b="b" l="l" r="r" t="t"/>
              <a:pathLst>
                <a:path extrusionOk="0" h="1297173" w="1248985">
                  <a:moveTo>
                    <a:pt x="45711" y="0"/>
                  </a:moveTo>
                  <a:lnTo>
                    <a:pt x="1203274" y="0"/>
                  </a:lnTo>
                  <a:cubicBezTo>
                    <a:pt x="1215397" y="0"/>
                    <a:pt x="1227024" y="4816"/>
                    <a:pt x="1235597" y="13389"/>
                  </a:cubicBezTo>
                  <a:cubicBezTo>
                    <a:pt x="1244169" y="21961"/>
                    <a:pt x="1248985" y="33588"/>
                    <a:pt x="1248985" y="45711"/>
                  </a:cubicBezTo>
                  <a:lnTo>
                    <a:pt x="1248985" y="1251461"/>
                  </a:lnTo>
                  <a:cubicBezTo>
                    <a:pt x="1248985" y="1276707"/>
                    <a:pt x="1228519" y="1297173"/>
                    <a:pt x="1203274" y="1297173"/>
                  </a:cubicBezTo>
                  <a:lnTo>
                    <a:pt x="45711" y="1297173"/>
                  </a:lnTo>
                  <a:cubicBezTo>
                    <a:pt x="33588" y="1297173"/>
                    <a:pt x="21961" y="1292357"/>
                    <a:pt x="13389" y="1283784"/>
                  </a:cubicBezTo>
                  <a:cubicBezTo>
                    <a:pt x="4816" y="1275212"/>
                    <a:pt x="0" y="1263585"/>
                    <a:pt x="0" y="1251461"/>
                  </a:cubicBezTo>
                  <a:lnTo>
                    <a:pt x="0" y="45711"/>
                  </a:lnTo>
                  <a:cubicBezTo>
                    <a:pt x="0" y="33588"/>
                    <a:pt x="4816" y="21961"/>
                    <a:pt x="13389" y="13389"/>
                  </a:cubicBezTo>
                  <a:cubicBezTo>
                    <a:pt x="21961" y="4816"/>
                    <a:pt x="33588" y="0"/>
                    <a:pt x="45711" y="0"/>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5"/>
            <p:cNvSpPr txBox="1"/>
            <p:nvPr/>
          </p:nvSpPr>
          <p:spPr>
            <a:xfrm>
              <a:off x="0" y="-38100"/>
              <a:ext cx="1248985" cy="1335273"/>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6" name="Google Shape;196;p5"/>
          <p:cNvGrpSpPr/>
          <p:nvPr/>
        </p:nvGrpSpPr>
        <p:grpSpPr>
          <a:xfrm rot="5400000">
            <a:off x="6845210" y="3845012"/>
            <a:ext cx="4742240" cy="5069863"/>
            <a:chOff x="0" y="-38100"/>
            <a:chExt cx="1248985" cy="1335273"/>
          </a:xfrm>
        </p:grpSpPr>
        <p:sp>
          <p:nvSpPr>
            <p:cNvPr id="197" name="Google Shape;197;p5"/>
            <p:cNvSpPr/>
            <p:nvPr/>
          </p:nvSpPr>
          <p:spPr>
            <a:xfrm>
              <a:off x="0" y="0"/>
              <a:ext cx="1248985" cy="1297173"/>
            </a:xfrm>
            <a:custGeom>
              <a:rect b="b" l="l" r="r" t="t"/>
              <a:pathLst>
                <a:path extrusionOk="0" h="1297173" w="1248985">
                  <a:moveTo>
                    <a:pt x="45711" y="0"/>
                  </a:moveTo>
                  <a:lnTo>
                    <a:pt x="1203274" y="0"/>
                  </a:lnTo>
                  <a:cubicBezTo>
                    <a:pt x="1215397" y="0"/>
                    <a:pt x="1227024" y="4816"/>
                    <a:pt x="1235597" y="13389"/>
                  </a:cubicBezTo>
                  <a:cubicBezTo>
                    <a:pt x="1244169" y="21961"/>
                    <a:pt x="1248985" y="33588"/>
                    <a:pt x="1248985" y="45711"/>
                  </a:cubicBezTo>
                  <a:lnTo>
                    <a:pt x="1248985" y="1251461"/>
                  </a:lnTo>
                  <a:cubicBezTo>
                    <a:pt x="1248985" y="1276707"/>
                    <a:pt x="1228519" y="1297173"/>
                    <a:pt x="1203274" y="1297173"/>
                  </a:cubicBezTo>
                  <a:lnTo>
                    <a:pt x="45711" y="1297173"/>
                  </a:lnTo>
                  <a:cubicBezTo>
                    <a:pt x="33588" y="1297173"/>
                    <a:pt x="21961" y="1292357"/>
                    <a:pt x="13389" y="1283784"/>
                  </a:cubicBezTo>
                  <a:cubicBezTo>
                    <a:pt x="4816" y="1275212"/>
                    <a:pt x="0" y="1263585"/>
                    <a:pt x="0" y="1251461"/>
                  </a:cubicBezTo>
                  <a:lnTo>
                    <a:pt x="0" y="45711"/>
                  </a:lnTo>
                  <a:cubicBezTo>
                    <a:pt x="0" y="33588"/>
                    <a:pt x="4816" y="21961"/>
                    <a:pt x="13389" y="13389"/>
                  </a:cubicBezTo>
                  <a:cubicBezTo>
                    <a:pt x="21961" y="4816"/>
                    <a:pt x="33588" y="0"/>
                    <a:pt x="45711" y="0"/>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5"/>
            <p:cNvSpPr txBox="1"/>
            <p:nvPr/>
          </p:nvSpPr>
          <p:spPr>
            <a:xfrm>
              <a:off x="0" y="-38100"/>
              <a:ext cx="1248985" cy="1335273"/>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9" name="Google Shape;199;p5"/>
          <p:cNvGrpSpPr/>
          <p:nvPr/>
        </p:nvGrpSpPr>
        <p:grpSpPr>
          <a:xfrm rot="5400000">
            <a:off x="7152352" y="-4636349"/>
            <a:ext cx="4127957" cy="9794166"/>
            <a:chOff x="0" y="-38100"/>
            <a:chExt cx="1087198" cy="2579533"/>
          </a:xfrm>
        </p:grpSpPr>
        <p:sp>
          <p:nvSpPr>
            <p:cNvPr id="200" name="Google Shape;200;p5"/>
            <p:cNvSpPr/>
            <p:nvPr/>
          </p:nvSpPr>
          <p:spPr>
            <a:xfrm>
              <a:off x="0" y="0"/>
              <a:ext cx="1087198" cy="2541433"/>
            </a:xfrm>
            <a:custGeom>
              <a:rect b="b" l="l" r="r" t="t"/>
              <a:pathLst>
                <a:path extrusionOk="0" h="2541433" w="1087198">
                  <a:moveTo>
                    <a:pt x="52514" y="0"/>
                  </a:moveTo>
                  <a:lnTo>
                    <a:pt x="1034685" y="0"/>
                  </a:lnTo>
                  <a:cubicBezTo>
                    <a:pt x="1063687" y="0"/>
                    <a:pt x="1087198" y="23511"/>
                    <a:pt x="1087198" y="52514"/>
                  </a:cubicBezTo>
                  <a:lnTo>
                    <a:pt x="1087198" y="2488920"/>
                  </a:lnTo>
                  <a:cubicBezTo>
                    <a:pt x="1087198" y="2517922"/>
                    <a:pt x="1063687" y="2541433"/>
                    <a:pt x="1034685" y="2541433"/>
                  </a:cubicBezTo>
                  <a:lnTo>
                    <a:pt x="52514" y="2541433"/>
                  </a:lnTo>
                  <a:cubicBezTo>
                    <a:pt x="38586" y="2541433"/>
                    <a:pt x="25229" y="2535901"/>
                    <a:pt x="15381" y="2526052"/>
                  </a:cubicBezTo>
                  <a:cubicBezTo>
                    <a:pt x="5533" y="2516204"/>
                    <a:pt x="0" y="2502847"/>
                    <a:pt x="0" y="2488920"/>
                  </a:cubicBezTo>
                  <a:lnTo>
                    <a:pt x="0" y="52514"/>
                  </a:lnTo>
                  <a:cubicBezTo>
                    <a:pt x="0" y="23511"/>
                    <a:pt x="23511" y="0"/>
                    <a:pt x="52514" y="0"/>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5"/>
            <p:cNvSpPr txBox="1"/>
            <p:nvPr/>
          </p:nvSpPr>
          <p:spPr>
            <a:xfrm>
              <a:off x="0" y="-38100"/>
              <a:ext cx="1087198" cy="2579533"/>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2" name="Google Shape;202;p5"/>
          <p:cNvSpPr txBox="1"/>
          <p:nvPr/>
        </p:nvSpPr>
        <p:spPr>
          <a:xfrm>
            <a:off x="1406487" y="4736211"/>
            <a:ext cx="4169629" cy="2362771"/>
          </a:xfrm>
          <a:prstGeom prst="rect">
            <a:avLst/>
          </a:prstGeom>
          <a:noFill/>
          <a:ln>
            <a:noFill/>
          </a:ln>
        </p:spPr>
        <p:txBody>
          <a:bodyPr anchorCtr="0" anchor="t" bIns="0" lIns="0" spcFirstLastPara="1" rIns="0" wrap="square" tIns="0">
            <a:spAutoFit/>
          </a:bodyPr>
          <a:lstStyle/>
          <a:p>
            <a:pPr indent="0" lvl="0" marL="0" marR="0" rtl="0" algn="ctr">
              <a:lnSpc>
                <a:spcPct val="161005"/>
              </a:lnSpc>
              <a:spcBef>
                <a:spcPts val="0"/>
              </a:spcBef>
              <a:spcAft>
                <a:spcPts val="0"/>
              </a:spcAft>
              <a:buNone/>
            </a:pPr>
            <a:r>
              <a:rPr b="0" i="0" lang="en-US" sz="2367" u="none" cap="none" strike="noStrike">
                <a:solidFill>
                  <a:srgbClr val="FFFFFF"/>
                </a:solidFill>
                <a:latin typeface="Inter"/>
                <a:ea typeface="Inter"/>
                <a:cs typeface="Inter"/>
                <a:sym typeface="Inter"/>
              </a:rPr>
              <a:t>Se aplica el desarrollo de soluciones tecnológicas efectivas, seguras y con foco en el usuario final.</a:t>
            </a:r>
            <a:endParaRPr/>
          </a:p>
          <a:p>
            <a:pPr indent="0" lvl="0" marL="0" marR="0" rtl="0" algn="ctr">
              <a:lnSpc>
                <a:spcPct val="161005"/>
              </a:lnSpc>
              <a:spcBef>
                <a:spcPts val="0"/>
              </a:spcBef>
              <a:spcAft>
                <a:spcPts val="0"/>
              </a:spcAft>
              <a:buNone/>
            </a:pPr>
            <a:r>
              <a:t/>
            </a:r>
            <a:endParaRPr b="0" i="0" sz="2367" u="none" cap="none" strike="noStrike">
              <a:solidFill>
                <a:srgbClr val="FFFFFF"/>
              </a:solidFill>
              <a:latin typeface="Inter"/>
              <a:ea typeface="Inter"/>
              <a:cs typeface="Inter"/>
              <a:sym typeface="Inter"/>
            </a:endParaRPr>
          </a:p>
        </p:txBody>
      </p:sp>
      <p:sp>
        <p:nvSpPr>
          <p:cNvPr id="203" name="Google Shape;203;p5"/>
          <p:cNvSpPr txBox="1"/>
          <p:nvPr/>
        </p:nvSpPr>
        <p:spPr>
          <a:xfrm>
            <a:off x="7059186" y="4736211"/>
            <a:ext cx="4169629" cy="3315271"/>
          </a:xfrm>
          <a:prstGeom prst="rect">
            <a:avLst/>
          </a:prstGeom>
          <a:noFill/>
          <a:ln>
            <a:noFill/>
          </a:ln>
        </p:spPr>
        <p:txBody>
          <a:bodyPr anchorCtr="0" anchor="t" bIns="0" lIns="0" spcFirstLastPara="1" rIns="0" wrap="square" tIns="0">
            <a:spAutoFit/>
          </a:bodyPr>
          <a:lstStyle/>
          <a:p>
            <a:pPr indent="0" lvl="0" marL="0" marR="0" rtl="0" algn="ctr">
              <a:lnSpc>
                <a:spcPct val="161005"/>
              </a:lnSpc>
              <a:spcBef>
                <a:spcPts val="0"/>
              </a:spcBef>
              <a:spcAft>
                <a:spcPts val="0"/>
              </a:spcAft>
              <a:buNone/>
            </a:pPr>
            <a:r>
              <a:rPr b="0" i="0" lang="en-US" sz="2367" u="none" cap="none" strike="noStrike">
                <a:solidFill>
                  <a:srgbClr val="FFFFFF"/>
                </a:solidFill>
                <a:latin typeface="Inter"/>
                <a:ea typeface="Inter"/>
                <a:cs typeface="Inter"/>
                <a:sym typeface="Inter"/>
              </a:rPr>
              <a:t>Se pone en práctica la capacidad para modelar bases de datos, diseñar interfaces funcionales y trabajar en equipos colaborativos usando metodologías ágiles.</a:t>
            </a:r>
            <a:endParaRPr/>
          </a:p>
          <a:p>
            <a:pPr indent="0" lvl="0" marL="0" marR="0" rtl="0" algn="ctr">
              <a:lnSpc>
                <a:spcPct val="161005"/>
              </a:lnSpc>
              <a:spcBef>
                <a:spcPts val="0"/>
              </a:spcBef>
              <a:spcAft>
                <a:spcPts val="0"/>
              </a:spcAft>
              <a:buNone/>
            </a:pPr>
            <a:r>
              <a:t/>
            </a:r>
            <a:endParaRPr b="0" i="0" sz="2367" u="none" cap="none" strike="noStrike">
              <a:solidFill>
                <a:srgbClr val="FFFFFF"/>
              </a:solidFill>
              <a:latin typeface="Inter"/>
              <a:ea typeface="Inter"/>
              <a:cs typeface="Inter"/>
              <a:sym typeface="Inter"/>
            </a:endParaRPr>
          </a:p>
        </p:txBody>
      </p:sp>
      <p:sp>
        <p:nvSpPr>
          <p:cNvPr id="204" name="Google Shape;204;p5"/>
          <p:cNvSpPr txBox="1"/>
          <p:nvPr/>
        </p:nvSpPr>
        <p:spPr>
          <a:xfrm>
            <a:off x="2768594" y="428649"/>
            <a:ext cx="12750811" cy="2073036"/>
          </a:xfrm>
          <a:prstGeom prst="rect">
            <a:avLst/>
          </a:prstGeom>
          <a:noFill/>
          <a:ln>
            <a:noFill/>
          </a:ln>
        </p:spPr>
        <p:txBody>
          <a:bodyPr anchorCtr="0" anchor="t" bIns="0" lIns="0" spcFirstLastPara="1" rIns="0" wrap="square" tIns="0">
            <a:spAutoFit/>
          </a:bodyPr>
          <a:lstStyle/>
          <a:p>
            <a:pPr indent="0" lvl="0" marL="0" marR="0" rtl="0" algn="ctr">
              <a:lnSpc>
                <a:spcPct val="124021"/>
              </a:lnSpc>
              <a:spcBef>
                <a:spcPts val="0"/>
              </a:spcBef>
              <a:spcAft>
                <a:spcPts val="0"/>
              </a:spcAft>
              <a:buNone/>
            </a:pPr>
            <a:r>
              <a:rPr b="1" i="0" lang="en-US" sz="4421" u="none" cap="none" strike="noStrike">
                <a:solidFill>
                  <a:srgbClr val="FFFFFF"/>
                </a:solidFill>
                <a:latin typeface="Arial"/>
                <a:ea typeface="Arial"/>
                <a:cs typeface="Arial"/>
                <a:sym typeface="Arial"/>
              </a:rPr>
              <a:t>COMPETENCIAS APLICADAS AL DESARROLLO DEL PROYECTO</a:t>
            </a:r>
            <a:endParaRPr/>
          </a:p>
          <a:p>
            <a:pPr indent="0" lvl="0" marL="0" marR="0" rtl="0" algn="ctr">
              <a:lnSpc>
                <a:spcPct val="124021"/>
              </a:lnSpc>
              <a:spcBef>
                <a:spcPts val="0"/>
              </a:spcBef>
              <a:spcAft>
                <a:spcPts val="0"/>
              </a:spcAft>
              <a:buNone/>
            </a:pPr>
            <a:r>
              <a:t/>
            </a:r>
            <a:endParaRPr b="1" i="0" sz="4421" u="none" cap="none" strike="noStrike">
              <a:solidFill>
                <a:srgbClr val="FFFFFF"/>
              </a:solidFill>
              <a:latin typeface="Arial"/>
              <a:ea typeface="Arial"/>
              <a:cs typeface="Arial"/>
              <a:sym typeface="Arial"/>
            </a:endParaRPr>
          </a:p>
        </p:txBody>
      </p:sp>
      <p:grpSp>
        <p:nvGrpSpPr>
          <p:cNvPr id="205" name="Google Shape;205;p5"/>
          <p:cNvGrpSpPr/>
          <p:nvPr/>
        </p:nvGrpSpPr>
        <p:grpSpPr>
          <a:xfrm rot="5400000">
            <a:off x="12497909" y="3845012"/>
            <a:ext cx="4742240" cy="5069863"/>
            <a:chOff x="0" y="-38100"/>
            <a:chExt cx="1248985" cy="1335273"/>
          </a:xfrm>
        </p:grpSpPr>
        <p:sp>
          <p:nvSpPr>
            <p:cNvPr id="206" name="Google Shape;206;p5"/>
            <p:cNvSpPr/>
            <p:nvPr/>
          </p:nvSpPr>
          <p:spPr>
            <a:xfrm>
              <a:off x="0" y="0"/>
              <a:ext cx="1248985" cy="1297173"/>
            </a:xfrm>
            <a:custGeom>
              <a:rect b="b" l="l" r="r" t="t"/>
              <a:pathLst>
                <a:path extrusionOk="0" h="1297173" w="1248985">
                  <a:moveTo>
                    <a:pt x="45711" y="0"/>
                  </a:moveTo>
                  <a:lnTo>
                    <a:pt x="1203274" y="0"/>
                  </a:lnTo>
                  <a:cubicBezTo>
                    <a:pt x="1215397" y="0"/>
                    <a:pt x="1227024" y="4816"/>
                    <a:pt x="1235597" y="13389"/>
                  </a:cubicBezTo>
                  <a:cubicBezTo>
                    <a:pt x="1244169" y="21961"/>
                    <a:pt x="1248985" y="33588"/>
                    <a:pt x="1248985" y="45711"/>
                  </a:cubicBezTo>
                  <a:lnTo>
                    <a:pt x="1248985" y="1251461"/>
                  </a:lnTo>
                  <a:cubicBezTo>
                    <a:pt x="1248985" y="1276707"/>
                    <a:pt x="1228519" y="1297173"/>
                    <a:pt x="1203274" y="1297173"/>
                  </a:cubicBezTo>
                  <a:lnTo>
                    <a:pt x="45711" y="1297173"/>
                  </a:lnTo>
                  <a:cubicBezTo>
                    <a:pt x="33588" y="1297173"/>
                    <a:pt x="21961" y="1292357"/>
                    <a:pt x="13389" y="1283784"/>
                  </a:cubicBezTo>
                  <a:cubicBezTo>
                    <a:pt x="4816" y="1275212"/>
                    <a:pt x="0" y="1263585"/>
                    <a:pt x="0" y="1251461"/>
                  </a:cubicBezTo>
                  <a:lnTo>
                    <a:pt x="0" y="45711"/>
                  </a:lnTo>
                  <a:cubicBezTo>
                    <a:pt x="0" y="33588"/>
                    <a:pt x="4816" y="21961"/>
                    <a:pt x="13389" y="13389"/>
                  </a:cubicBezTo>
                  <a:cubicBezTo>
                    <a:pt x="21961" y="4816"/>
                    <a:pt x="33588" y="0"/>
                    <a:pt x="45711" y="0"/>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5"/>
            <p:cNvSpPr txBox="1"/>
            <p:nvPr/>
          </p:nvSpPr>
          <p:spPr>
            <a:xfrm>
              <a:off x="0" y="-38100"/>
              <a:ext cx="1248985" cy="1335273"/>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8" name="Google Shape;208;p5"/>
          <p:cNvSpPr txBox="1"/>
          <p:nvPr/>
        </p:nvSpPr>
        <p:spPr>
          <a:xfrm>
            <a:off x="12711885" y="4736211"/>
            <a:ext cx="4169629" cy="2839021"/>
          </a:xfrm>
          <a:prstGeom prst="rect">
            <a:avLst/>
          </a:prstGeom>
          <a:noFill/>
          <a:ln>
            <a:noFill/>
          </a:ln>
        </p:spPr>
        <p:txBody>
          <a:bodyPr anchorCtr="0" anchor="t" bIns="0" lIns="0" spcFirstLastPara="1" rIns="0" wrap="square" tIns="0">
            <a:spAutoFit/>
          </a:bodyPr>
          <a:lstStyle/>
          <a:p>
            <a:pPr indent="0" lvl="0" marL="0" marR="0" rtl="0" algn="ctr">
              <a:lnSpc>
                <a:spcPct val="161005"/>
              </a:lnSpc>
              <a:spcBef>
                <a:spcPts val="0"/>
              </a:spcBef>
              <a:spcAft>
                <a:spcPts val="0"/>
              </a:spcAft>
              <a:buNone/>
            </a:pPr>
            <a:r>
              <a:rPr b="0" i="0" lang="en-US" sz="2367" u="none" cap="none" strike="noStrike">
                <a:solidFill>
                  <a:srgbClr val="FFFFFF"/>
                </a:solidFill>
                <a:latin typeface="Inter"/>
                <a:ea typeface="Inter"/>
                <a:cs typeface="Inter"/>
                <a:sym typeface="Inter"/>
              </a:rPr>
              <a:t>Se fortalece la comunicación efectiva de ideas y resultados, tanto en la documentación como en la presentación del proyecto.</a:t>
            </a:r>
            <a:endParaRPr/>
          </a:p>
          <a:p>
            <a:pPr indent="0" lvl="0" marL="0" marR="0" rtl="0" algn="ctr">
              <a:lnSpc>
                <a:spcPct val="161005"/>
              </a:lnSpc>
              <a:spcBef>
                <a:spcPts val="0"/>
              </a:spcBef>
              <a:spcAft>
                <a:spcPts val="0"/>
              </a:spcAft>
              <a:buNone/>
            </a:pPr>
            <a:r>
              <a:t/>
            </a:r>
            <a:endParaRPr b="0" i="0" sz="2367" u="none" cap="none" strike="noStrike">
              <a:solidFill>
                <a:srgbClr val="FFFFFF"/>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8663" l="0" r="0" t="0"/>
            </a:stretch>
          </a:blipFill>
          <a:ln>
            <a:noFill/>
          </a:ln>
        </p:spPr>
      </p:sp>
      <p:grpSp>
        <p:nvGrpSpPr>
          <p:cNvPr id="214" name="Google Shape;214;p6"/>
          <p:cNvGrpSpPr/>
          <p:nvPr/>
        </p:nvGrpSpPr>
        <p:grpSpPr>
          <a:xfrm rot="5400000">
            <a:off x="6287914" y="-1943429"/>
            <a:ext cx="6711098" cy="20442702"/>
            <a:chOff x="0" y="-38100"/>
            <a:chExt cx="1767532" cy="5384086"/>
          </a:xfrm>
        </p:grpSpPr>
        <p:sp>
          <p:nvSpPr>
            <p:cNvPr id="215" name="Google Shape;215;p6"/>
            <p:cNvSpPr/>
            <p:nvPr/>
          </p:nvSpPr>
          <p:spPr>
            <a:xfrm>
              <a:off x="0" y="0"/>
              <a:ext cx="1767532" cy="5345986"/>
            </a:xfrm>
            <a:custGeom>
              <a:rect b="b" l="l" r="r" t="t"/>
              <a:pathLst>
                <a:path extrusionOk="0" h="5345986" w="1767532">
                  <a:moveTo>
                    <a:pt x="32301" y="0"/>
                  </a:moveTo>
                  <a:lnTo>
                    <a:pt x="1735231" y="0"/>
                  </a:lnTo>
                  <a:cubicBezTo>
                    <a:pt x="1743798" y="0"/>
                    <a:pt x="1752014" y="3403"/>
                    <a:pt x="1758071" y="9461"/>
                  </a:cubicBezTo>
                  <a:cubicBezTo>
                    <a:pt x="1764129" y="15518"/>
                    <a:pt x="1767532" y="23734"/>
                    <a:pt x="1767532" y="32301"/>
                  </a:cubicBezTo>
                  <a:lnTo>
                    <a:pt x="1767532" y="5313685"/>
                  </a:lnTo>
                  <a:cubicBezTo>
                    <a:pt x="1767532" y="5322252"/>
                    <a:pt x="1764129" y="5330468"/>
                    <a:pt x="1758071" y="5336525"/>
                  </a:cubicBezTo>
                  <a:cubicBezTo>
                    <a:pt x="1752014" y="5342583"/>
                    <a:pt x="1743798" y="5345986"/>
                    <a:pt x="1735231" y="5345986"/>
                  </a:cubicBezTo>
                  <a:lnTo>
                    <a:pt x="32301" y="5345986"/>
                  </a:lnTo>
                  <a:cubicBezTo>
                    <a:pt x="23734" y="5345986"/>
                    <a:pt x="15518" y="5342583"/>
                    <a:pt x="9461" y="5336525"/>
                  </a:cubicBezTo>
                  <a:cubicBezTo>
                    <a:pt x="3403" y="5330468"/>
                    <a:pt x="0" y="5322252"/>
                    <a:pt x="0" y="5313685"/>
                  </a:cubicBezTo>
                  <a:lnTo>
                    <a:pt x="0" y="32301"/>
                  </a:lnTo>
                  <a:cubicBezTo>
                    <a:pt x="0" y="23734"/>
                    <a:pt x="3403" y="15518"/>
                    <a:pt x="9461" y="9461"/>
                  </a:cubicBezTo>
                  <a:cubicBezTo>
                    <a:pt x="15518" y="3403"/>
                    <a:pt x="23734" y="0"/>
                    <a:pt x="32301" y="0"/>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6"/>
            <p:cNvSpPr txBox="1"/>
            <p:nvPr/>
          </p:nvSpPr>
          <p:spPr>
            <a:xfrm>
              <a:off x="0" y="-38100"/>
              <a:ext cx="1767532" cy="5384086"/>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7" name="Google Shape;217;p6"/>
          <p:cNvGrpSpPr/>
          <p:nvPr/>
        </p:nvGrpSpPr>
        <p:grpSpPr>
          <a:xfrm rot="5400000">
            <a:off x="7579484" y="-6207408"/>
            <a:ext cx="4127957" cy="13018825"/>
            <a:chOff x="0" y="-38100"/>
            <a:chExt cx="1087198" cy="3428826"/>
          </a:xfrm>
        </p:grpSpPr>
        <p:sp>
          <p:nvSpPr>
            <p:cNvPr id="218" name="Google Shape;218;p6"/>
            <p:cNvSpPr/>
            <p:nvPr/>
          </p:nvSpPr>
          <p:spPr>
            <a:xfrm>
              <a:off x="0" y="0"/>
              <a:ext cx="1087198" cy="3390726"/>
            </a:xfrm>
            <a:custGeom>
              <a:rect b="b" l="l" r="r" t="t"/>
              <a:pathLst>
                <a:path extrusionOk="0" h="3390726" w="1087198">
                  <a:moveTo>
                    <a:pt x="52514" y="0"/>
                  </a:moveTo>
                  <a:lnTo>
                    <a:pt x="1034685" y="0"/>
                  </a:lnTo>
                  <a:cubicBezTo>
                    <a:pt x="1063687" y="0"/>
                    <a:pt x="1087198" y="23511"/>
                    <a:pt x="1087198" y="52514"/>
                  </a:cubicBezTo>
                  <a:lnTo>
                    <a:pt x="1087198" y="3338213"/>
                  </a:lnTo>
                  <a:cubicBezTo>
                    <a:pt x="1087198" y="3352140"/>
                    <a:pt x="1081666" y="3365497"/>
                    <a:pt x="1071818" y="3375346"/>
                  </a:cubicBezTo>
                  <a:cubicBezTo>
                    <a:pt x="1061969" y="3385194"/>
                    <a:pt x="1048612" y="3390726"/>
                    <a:pt x="1034685" y="3390726"/>
                  </a:cubicBezTo>
                  <a:lnTo>
                    <a:pt x="52514" y="3390726"/>
                  </a:lnTo>
                  <a:cubicBezTo>
                    <a:pt x="23511" y="3390726"/>
                    <a:pt x="0" y="3367215"/>
                    <a:pt x="0" y="3338213"/>
                  </a:cubicBezTo>
                  <a:lnTo>
                    <a:pt x="0" y="52514"/>
                  </a:lnTo>
                  <a:cubicBezTo>
                    <a:pt x="0" y="23511"/>
                    <a:pt x="23511" y="0"/>
                    <a:pt x="52514" y="0"/>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6"/>
            <p:cNvSpPr txBox="1"/>
            <p:nvPr/>
          </p:nvSpPr>
          <p:spPr>
            <a:xfrm>
              <a:off x="0" y="-38100"/>
              <a:ext cx="1087198" cy="3428826"/>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0" name="Google Shape;220;p6"/>
          <p:cNvSpPr/>
          <p:nvPr/>
        </p:nvSpPr>
        <p:spPr>
          <a:xfrm>
            <a:off x="1028700" y="3503713"/>
            <a:ext cx="7165791" cy="4774209"/>
          </a:xfrm>
          <a:custGeom>
            <a:rect b="b" l="l" r="r" t="t"/>
            <a:pathLst>
              <a:path extrusionOk="0" h="4774209" w="7165791">
                <a:moveTo>
                  <a:pt x="0" y="0"/>
                </a:moveTo>
                <a:lnTo>
                  <a:pt x="7165791" y="0"/>
                </a:lnTo>
                <a:lnTo>
                  <a:pt x="7165791" y="4774208"/>
                </a:lnTo>
                <a:lnTo>
                  <a:pt x="0" y="4774208"/>
                </a:lnTo>
                <a:lnTo>
                  <a:pt x="0" y="0"/>
                </a:lnTo>
                <a:close/>
              </a:path>
            </a:pathLst>
          </a:custGeom>
          <a:blipFill rotWithShape="1">
            <a:blip r:embed="rId4">
              <a:alphaModFix/>
            </a:blip>
            <a:stretch>
              <a:fillRect b="0" l="0" r="0" t="0"/>
            </a:stretch>
          </a:blipFill>
          <a:ln>
            <a:noFill/>
          </a:ln>
        </p:spPr>
      </p:sp>
      <p:sp>
        <p:nvSpPr>
          <p:cNvPr id="221" name="Google Shape;221;p6"/>
          <p:cNvSpPr/>
          <p:nvPr/>
        </p:nvSpPr>
        <p:spPr>
          <a:xfrm>
            <a:off x="9571133" y="3553526"/>
            <a:ext cx="7016257" cy="4674581"/>
          </a:xfrm>
          <a:custGeom>
            <a:rect b="b" l="l" r="r" t="t"/>
            <a:pathLst>
              <a:path extrusionOk="0" h="4674581" w="7016257">
                <a:moveTo>
                  <a:pt x="0" y="0"/>
                </a:moveTo>
                <a:lnTo>
                  <a:pt x="7016256" y="0"/>
                </a:lnTo>
                <a:lnTo>
                  <a:pt x="7016256" y="4674581"/>
                </a:lnTo>
                <a:lnTo>
                  <a:pt x="0" y="4674581"/>
                </a:lnTo>
                <a:lnTo>
                  <a:pt x="0" y="0"/>
                </a:lnTo>
                <a:close/>
              </a:path>
            </a:pathLst>
          </a:custGeom>
          <a:blipFill rotWithShape="1">
            <a:blip r:embed="rId5">
              <a:alphaModFix/>
            </a:blip>
            <a:stretch>
              <a:fillRect b="0" l="0" r="0" t="0"/>
            </a:stretch>
          </a:blipFill>
          <a:ln>
            <a:noFill/>
          </a:ln>
        </p:spPr>
      </p:sp>
      <p:sp>
        <p:nvSpPr>
          <p:cNvPr id="222" name="Google Shape;222;p6"/>
          <p:cNvSpPr txBox="1"/>
          <p:nvPr/>
        </p:nvSpPr>
        <p:spPr>
          <a:xfrm>
            <a:off x="3319289" y="53848"/>
            <a:ext cx="12503688" cy="1930654"/>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None/>
            </a:pPr>
            <a:r>
              <a:rPr b="1" i="0" lang="en-US" sz="6200" u="none" cap="none" strike="noStrike">
                <a:solidFill>
                  <a:srgbClr val="FFFFFF"/>
                </a:solidFill>
                <a:latin typeface="Arial"/>
                <a:ea typeface="Arial"/>
                <a:cs typeface="Arial"/>
                <a:sym typeface="Arial"/>
              </a:rPr>
              <a:t>RELACIÓN CON LOS INTERESES PROFESIONALES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8663" l="0" r="0" t="0"/>
            </a:stretch>
          </a:blipFill>
          <a:ln>
            <a:noFill/>
          </a:ln>
        </p:spPr>
      </p:sp>
      <p:grpSp>
        <p:nvGrpSpPr>
          <p:cNvPr id="228" name="Google Shape;228;p7"/>
          <p:cNvGrpSpPr/>
          <p:nvPr/>
        </p:nvGrpSpPr>
        <p:grpSpPr>
          <a:xfrm rot="5400000">
            <a:off x="7079955" y="-4481689"/>
            <a:ext cx="4127982" cy="10833793"/>
            <a:chOff x="0" y="-38100"/>
            <a:chExt cx="1087198" cy="2853326"/>
          </a:xfrm>
        </p:grpSpPr>
        <p:sp>
          <p:nvSpPr>
            <p:cNvPr id="229" name="Google Shape;229;p7"/>
            <p:cNvSpPr/>
            <p:nvPr/>
          </p:nvSpPr>
          <p:spPr>
            <a:xfrm>
              <a:off x="0" y="0"/>
              <a:ext cx="1087198" cy="2815226"/>
            </a:xfrm>
            <a:custGeom>
              <a:rect b="b" l="l" r="r" t="t"/>
              <a:pathLst>
                <a:path extrusionOk="0" h="2815226" w="1087198">
                  <a:moveTo>
                    <a:pt x="52514" y="0"/>
                  </a:moveTo>
                  <a:lnTo>
                    <a:pt x="1034685" y="0"/>
                  </a:lnTo>
                  <a:cubicBezTo>
                    <a:pt x="1063687" y="0"/>
                    <a:pt x="1087198" y="23511"/>
                    <a:pt x="1087198" y="52514"/>
                  </a:cubicBezTo>
                  <a:lnTo>
                    <a:pt x="1087198" y="2762712"/>
                  </a:lnTo>
                  <a:cubicBezTo>
                    <a:pt x="1087198" y="2776640"/>
                    <a:pt x="1081666" y="2789997"/>
                    <a:pt x="1071818" y="2799845"/>
                  </a:cubicBezTo>
                  <a:cubicBezTo>
                    <a:pt x="1061969" y="2809693"/>
                    <a:pt x="1048612" y="2815226"/>
                    <a:pt x="1034685" y="2815226"/>
                  </a:cubicBezTo>
                  <a:lnTo>
                    <a:pt x="52514" y="2815226"/>
                  </a:lnTo>
                  <a:cubicBezTo>
                    <a:pt x="38586" y="2815226"/>
                    <a:pt x="25229" y="2809693"/>
                    <a:pt x="15381" y="2799845"/>
                  </a:cubicBezTo>
                  <a:cubicBezTo>
                    <a:pt x="5533" y="2789997"/>
                    <a:pt x="0" y="2776640"/>
                    <a:pt x="0" y="2762712"/>
                  </a:cubicBezTo>
                  <a:lnTo>
                    <a:pt x="0" y="52514"/>
                  </a:lnTo>
                  <a:cubicBezTo>
                    <a:pt x="0" y="23511"/>
                    <a:pt x="23511" y="0"/>
                    <a:pt x="52514" y="0"/>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7"/>
            <p:cNvSpPr txBox="1"/>
            <p:nvPr/>
          </p:nvSpPr>
          <p:spPr>
            <a:xfrm>
              <a:off x="0" y="-38100"/>
              <a:ext cx="1087198" cy="2853326"/>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1" name="Google Shape;231;p7"/>
          <p:cNvSpPr txBox="1"/>
          <p:nvPr/>
        </p:nvSpPr>
        <p:spPr>
          <a:xfrm>
            <a:off x="4285159" y="229492"/>
            <a:ext cx="9717600" cy="4082400"/>
          </a:xfrm>
          <a:prstGeom prst="rect">
            <a:avLst/>
          </a:prstGeom>
          <a:noFill/>
          <a:ln>
            <a:noFill/>
          </a:ln>
        </p:spPr>
        <p:txBody>
          <a:bodyPr anchorCtr="0" anchor="t" bIns="0" lIns="0" spcFirstLastPara="1" rIns="0" wrap="square" tIns="0">
            <a:spAutoFit/>
          </a:bodyPr>
          <a:lstStyle/>
          <a:p>
            <a:pPr indent="0" lvl="0" marL="0" marR="0" rtl="0" algn="ctr">
              <a:lnSpc>
                <a:spcPct val="124012"/>
              </a:lnSpc>
              <a:spcBef>
                <a:spcPts val="0"/>
              </a:spcBef>
              <a:spcAft>
                <a:spcPts val="0"/>
              </a:spcAft>
              <a:buNone/>
            </a:pPr>
            <a:r>
              <a:rPr b="1" i="0" lang="en-US" sz="7621" u="none" cap="none" strike="noStrike">
                <a:solidFill>
                  <a:srgbClr val="FFFFFF"/>
                </a:solidFill>
                <a:latin typeface="Arial"/>
                <a:ea typeface="Arial"/>
                <a:cs typeface="Arial"/>
                <a:sym typeface="Arial"/>
              </a:rPr>
              <a:t>FACTIBILIDAD DEL PROYECTO</a:t>
            </a:r>
            <a:endParaRPr/>
          </a:p>
          <a:p>
            <a:pPr indent="0" lvl="0" marL="0" marR="0" rtl="0" algn="ctr">
              <a:lnSpc>
                <a:spcPct val="124012"/>
              </a:lnSpc>
              <a:spcBef>
                <a:spcPts val="0"/>
              </a:spcBef>
              <a:spcAft>
                <a:spcPts val="0"/>
              </a:spcAft>
              <a:buNone/>
            </a:pPr>
            <a:r>
              <a:t/>
            </a:r>
            <a:endParaRPr b="1" i="0" sz="7621" u="none" cap="none" strike="noStrike">
              <a:solidFill>
                <a:srgbClr val="FFFFFF"/>
              </a:solidFill>
              <a:latin typeface="Arial"/>
              <a:ea typeface="Arial"/>
              <a:cs typeface="Arial"/>
              <a:sym typeface="Arial"/>
            </a:endParaRPr>
          </a:p>
        </p:txBody>
      </p:sp>
      <p:grpSp>
        <p:nvGrpSpPr>
          <p:cNvPr id="232" name="Google Shape;232;p7"/>
          <p:cNvGrpSpPr/>
          <p:nvPr/>
        </p:nvGrpSpPr>
        <p:grpSpPr>
          <a:xfrm rot="5400000">
            <a:off x="1990515" y="2857935"/>
            <a:ext cx="5634820" cy="7558550"/>
            <a:chOff x="0" y="-38100"/>
            <a:chExt cx="1294617" cy="1990716"/>
          </a:xfrm>
        </p:grpSpPr>
        <p:sp>
          <p:nvSpPr>
            <p:cNvPr id="233" name="Google Shape;233;p7"/>
            <p:cNvSpPr/>
            <p:nvPr/>
          </p:nvSpPr>
          <p:spPr>
            <a:xfrm>
              <a:off x="0" y="0"/>
              <a:ext cx="1294617" cy="1952616"/>
            </a:xfrm>
            <a:custGeom>
              <a:rect b="b" l="l" r="r" t="t"/>
              <a:pathLst>
                <a:path extrusionOk="0" h="1952616" w="1294617">
                  <a:moveTo>
                    <a:pt x="44100" y="0"/>
                  </a:moveTo>
                  <a:lnTo>
                    <a:pt x="1250517" y="0"/>
                  </a:lnTo>
                  <a:cubicBezTo>
                    <a:pt x="1262213" y="0"/>
                    <a:pt x="1273430" y="4646"/>
                    <a:pt x="1281701" y="12917"/>
                  </a:cubicBezTo>
                  <a:cubicBezTo>
                    <a:pt x="1289971" y="21187"/>
                    <a:pt x="1294617" y="32404"/>
                    <a:pt x="1294617" y="44100"/>
                  </a:cubicBezTo>
                  <a:lnTo>
                    <a:pt x="1294617" y="1908516"/>
                  </a:lnTo>
                  <a:cubicBezTo>
                    <a:pt x="1294617" y="1920212"/>
                    <a:pt x="1289971" y="1931429"/>
                    <a:pt x="1281701" y="1939699"/>
                  </a:cubicBezTo>
                  <a:cubicBezTo>
                    <a:pt x="1273430" y="1947969"/>
                    <a:pt x="1262213" y="1952616"/>
                    <a:pt x="1250517" y="1952616"/>
                  </a:cubicBezTo>
                  <a:lnTo>
                    <a:pt x="44100" y="1952616"/>
                  </a:lnTo>
                  <a:cubicBezTo>
                    <a:pt x="19744" y="1952616"/>
                    <a:pt x="0" y="1932871"/>
                    <a:pt x="0" y="1908516"/>
                  </a:cubicBezTo>
                  <a:lnTo>
                    <a:pt x="0" y="44100"/>
                  </a:lnTo>
                  <a:cubicBezTo>
                    <a:pt x="0" y="32404"/>
                    <a:pt x="4646" y="21187"/>
                    <a:pt x="12917" y="12917"/>
                  </a:cubicBezTo>
                  <a:cubicBezTo>
                    <a:pt x="21187" y="4646"/>
                    <a:pt x="32404" y="0"/>
                    <a:pt x="44100" y="0"/>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7"/>
            <p:cNvSpPr txBox="1"/>
            <p:nvPr/>
          </p:nvSpPr>
          <p:spPr>
            <a:xfrm>
              <a:off x="0" y="-38100"/>
              <a:ext cx="1294617" cy="1990716"/>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5" name="Google Shape;235;p7"/>
          <p:cNvGrpSpPr/>
          <p:nvPr/>
        </p:nvGrpSpPr>
        <p:grpSpPr>
          <a:xfrm rot="5400000">
            <a:off x="10766549" y="2898649"/>
            <a:ext cx="5716252" cy="7558550"/>
            <a:chOff x="0" y="-38100"/>
            <a:chExt cx="1294617" cy="1990716"/>
          </a:xfrm>
        </p:grpSpPr>
        <p:sp>
          <p:nvSpPr>
            <p:cNvPr id="236" name="Google Shape;236;p7"/>
            <p:cNvSpPr/>
            <p:nvPr/>
          </p:nvSpPr>
          <p:spPr>
            <a:xfrm>
              <a:off x="0" y="0"/>
              <a:ext cx="1294617" cy="1952616"/>
            </a:xfrm>
            <a:custGeom>
              <a:rect b="b" l="l" r="r" t="t"/>
              <a:pathLst>
                <a:path extrusionOk="0" h="1952616" w="1294617">
                  <a:moveTo>
                    <a:pt x="44100" y="0"/>
                  </a:moveTo>
                  <a:lnTo>
                    <a:pt x="1250517" y="0"/>
                  </a:lnTo>
                  <a:cubicBezTo>
                    <a:pt x="1262213" y="0"/>
                    <a:pt x="1273430" y="4646"/>
                    <a:pt x="1281701" y="12917"/>
                  </a:cubicBezTo>
                  <a:cubicBezTo>
                    <a:pt x="1289971" y="21187"/>
                    <a:pt x="1294617" y="32404"/>
                    <a:pt x="1294617" y="44100"/>
                  </a:cubicBezTo>
                  <a:lnTo>
                    <a:pt x="1294617" y="1908516"/>
                  </a:lnTo>
                  <a:cubicBezTo>
                    <a:pt x="1294617" y="1920212"/>
                    <a:pt x="1289971" y="1931429"/>
                    <a:pt x="1281701" y="1939699"/>
                  </a:cubicBezTo>
                  <a:cubicBezTo>
                    <a:pt x="1273430" y="1947969"/>
                    <a:pt x="1262213" y="1952616"/>
                    <a:pt x="1250517" y="1952616"/>
                  </a:cubicBezTo>
                  <a:lnTo>
                    <a:pt x="44100" y="1952616"/>
                  </a:lnTo>
                  <a:cubicBezTo>
                    <a:pt x="19744" y="1952616"/>
                    <a:pt x="0" y="1932871"/>
                    <a:pt x="0" y="1908516"/>
                  </a:cubicBezTo>
                  <a:lnTo>
                    <a:pt x="0" y="44100"/>
                  </a:lnTo>
                  <a:cubicBezTo>
                    <a:pt x="0" y="32404"/>
                    <a:pt x="4646" y="21187"/>
                    <a:pt x="12917" y="12917"/>
                  </a:cubicBezTo>
                  <a:cubicBezTo>
                    <a:pt x="21187" y="4646"/>
                    <a:pt x="32404" y="0"/>
                    <a:pt x="44100" y="0"/>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7"/>
            <p:cNvSpPr txBox="1"/>
            <p:nvPr/>
          </p:nvSpPr>
          <p:spPr>
            <a:xfrm>
              <a:off x="0" y="-38100"/>
              <a:ext cx="1294617" cy="1990716"/>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8" name="Google Shape;238;p7"/>
          <p:cNvSpPr txBox="1"/>
          <p:nvPr/>
        </p:nvSpPr>
        <p:spPr>
          <a:xfrm>
            <a:off x="1597377" y="4329414"/>
            <a:ext cx="6276484" cy="2839021"/>
          </a:xfrm>
          <a:prstGeom prst="rect">
            <a:avLst/>
          </a:prstGeom>
          <a:noFill/>
          <a:ln>
            <a:noFill/>
          </a:ln>
        </p:spPr>
        <p:txBody>
          <a:bodyPr anchorCtr="0" anchor="t" bIns="0" lIns="0" spcFirstLastPara="1" rIns="0" wrap="square" tIns="0">
            <a:spAutoFit/>
          </a:bodyPr>
          <a:lstStyle/>
          <a:p>
            <a:pPr indent="0" lvl="0" marL="0" marR="0" rtl="0" algn="ctr">
              <a:lnSpc>
                <a:spcPct val="161005"/>
              </a:lnSpc>
              <a:spcBef>
                <a:spcPts val="0"/>
              </a:spcBef>
              <a:spcAft>
                <a:spcPts val="0"/>
              </a:spcAft>
              <a:buNone/>
            </a:pPr>
            <a:r>
              <a:rPr b="0" i="0" lang="en-US" sz="2367" u="none" cap="none" strike="noStrike">
                <a:solidFill>
                  <a:srgbClr val="FFFFFF"/>
                </a:solidFill>
                <a:latin typeface="Inter"/>
                <a:ea typeface="Inter"/>
                <a:cs typeface="Inter"/>
                <a:sym typeface="Inter"/>
              </a:rPr>
              <a:t>El proyecto Data easy es factible de realizar dentro del marco de tiempo de la asignatura porque aplica de manera concreta conocimientos adquiridos durante la formación en la institución.</a:t>
            </a:r>
            <a:endParaRPr/>
          </a:p>
          <a:p>
            <a:pPr indent="0" lvl="0" marL="0" marR="0" rtl="0" algn="ctr">
              <a:lnSpc>
                <a:spcPct val="161005"/>
              </a:lnSpc>
              <a:spcBef>
                <a:spcPts val="0"/>
              </a:spcBef>
              <a:spcAft>
                <a:spcPts val="0"/>
              </a:spcAft>
              <a:buNone/>
            </a:pPr>
            <a:r>
              <a:t/>
            </a:r>
            <a:endParaRPr b="0" i="0" sz="2367" u="none" cap="none" strike="noStrike">
              <a:solidFill>
                <a:srgbClr val="FFFFFF"/>
              </a:solidFill>
              <a:latin typeface="Inter"/>
              <a:ea typeface="Inter"/>
              <a:cs typeface="Inter"/>
              <a:sym typeface="Inter"/>
            </a:endParaRPr>
          </a:p>
        </p:txBody>
      </p:sp>
      <p:sp>
        <p:nvSpPr>
          <p:cNvPr id="239" name="Google Shape;239;p7"/>
          <p:cNvSpPr txBox="1"/>
          <p:nvPr/>
        </p:nvSpPr>
        <p:spPr>
          <a:xfrm>
            <a:off x="10414139" y="4367514"/>
            <a:ext cx="6120097" cy="4158320"/>
          </a:xfrm>
          <a:prstGeom prst="rect">
            <a:avLst/>
          </a:prstGeom>
          <a:noFill/>
          <a:ln>
            <a:noFill/>
          </a:ln>
        </p:spPr>
        <p:txBody>
          <a:bodyPr anchorCtr="0" anchor="t" bIns="0" lIns="0" spcFirstLastPara="1" rIns="0" wrap="square" tIns="0">
            <a:spAutoFit/>
          </a:bodyPr>
          <a:lstStyle/>
          <a:p>
            <a:pPr indent="0" lvl="0" marL="0" marR="0" rtl="0" algn="ctr">
              <a:lnSpc>
                <a:spcPct val="161006"/>
              </a:lnSpc>
              <a:spcBef>
                <a:spcPts val="0"/>
              </a:spcBef>
              <a:spcAft>
                <a:spcPts val="0"/>
              </a:spcAft>
              <a:buNone/>
            </a:pPr>
            <a:r>
              <a:rPr b="0" i="0" lang="en-US" sz="1908" u="none" cap="none" strike="noStrike">
                <a:solidFill>
                  <a:srgbClr val="FFFFFF"/>
                </a:solidFill>
                <a:latin typeface="Inter"/>
                <a:ea typeface="Inter"/>
                <a:cs typeface="Inter"/>
                <a:sym typeface="Inter"/>
              </a:rPr>
              <a:t>A lo largo de la carrera se han desarrollado competencias que permiten el desarrollo la cuales incluyen la gestión de proyectos informáticos tomando decisiones según necesidades del proyecto, la construcción de programas para solucionar necesidades de las organizaciones, resolución de vulnerabilidades, realización de pruebas de certificación, gestión de la información con la utilización de técnicas para el análisis de datos y construcción de modelos arquitectónicos para el proyecto</a:t>
            </a:r>
            <a:endParaRPr/>
          </a:p>
          <a:p>
            <a:pPr indent="0" lvl="0" marL="0" marR="0" rtl="0" algn="ctr">
              <a:lnSpc>
                <a:spcPct val="161006"/>
              </a:lnSpc>
              <a:spcBef>
                <a:spcPts val="0"/>
              </a:spcBef>
              <a:spcAft>
                <a:spcPts val="0"/>
              </a:spcAft>
              <a:buNone/>
            </a:pPr>
            <a:r>
              <a:t/>
            </a:r>
            <a:endParaRPr b="0" i="0" sz="1908" u="none" cap="none" strike="noStrike">
              <a:solidFill>
                <a:srgbClr val="FFFFFF"/>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8663" l="0" r="0" t="0"/>
            </a:stretch>
          </a:blipFill>
          <a:ln>
            <a:noFill/>
          </a:ln>
        </p:spPr>
      </p:sp>
      <p:grpSp>
        <p:nvGrpSpPr>
          <p:cNvPr id="245" name="Google Shape;245;p8"/>
          <p:cNvGrpSpPr/>
          <p:nvPr/>
        </p:nvGrpSpPr>
        <p:grpSpPr>
          <a:xfrm rot="5400000">
            <a:off x="12643524" y="-1345527"/>
            <a:ext cx="1971561" cy="7826575"/>
            <a:chOff x="0" y="-38100"/>
            <a:chExt cx="554768" cy="2202283"/>
          </a:xfrm>
        </p:grpSpPr>
        <p:sp>
          <p:nvSpPr>
            <p:cNvPr id="246" name="Google Shape;246;p8"/>
            <p:cNvSpPr/>
            <p:nvPr/>
          </p:nvSpPr>
          <p:spPr>
            <a:xfrm>
              <a:off x="0" y="0"/>
              <a:ext cx="554768" cy="2164183"/>
            </a:xfrm>
            <a:custGeom>
              <a:rect b="b" l="l" r="r" t="t"/>
              <a:pathLst>
                <a:path extrusionOk="0" h="2164183" w="554768">
                  <a:moveTo>
                    <a:pt x="109950" y="0"/>
                  </a:moveTo>
                  <a:lnTo>
                    <a:pt x="444818" y="0"/>
                  </a:lnTo>
                  <a:cubicBezTo>
                    <a:pt x="473979" y="0"/>
                    <a:pt x="501945" y="11584"/>
                    <a:pt x="522565" y="32204"/>
                  </a:cubicBezTo>
                  <a:cubicBezTo>
                    <a:pt x="543184" y="52823"/>
                    <a:pt x="554768" y="80790"/>
                    <a:pt x="554768" y="109950"/>
                  </a:cubicBezTo>
                  <a:lnTo>
                    <a:pt x="554768" y="2054233"/>
                  </a:lnTo>
                  <a:cubicBezTo>
                    <a:pt x="554768" y="2114956"/>
                    <a:pt x="505542" y="2164183"/>
                    <a:pt x="444818" y="2164183"/>
                  </a:cubicBezTo>
                  <a:lnTo>
                    <a:pt x="109950" y="2164183"/>
                  </a:lnTo>
                  <a:cubicBezTo>
                    <a:pt x="80790" y="2164183"/>
                    <a:pt x="52823" y="2152599"/>
                    <a:pt x="32204" y="2131979"/>
                  </a:cubicBezTo>
                  <a:cubicBezTo>
                    <a:pt x="11584" y="2111359"/>
                    <a:pt x="0" y="2083393"/>
                    <a:pt x="0" y="2054233"/>
                  </a:cubicBezTo>
                  <a:lnTo>
                    <a:pt x="0" y="109950"/>
                  </a:lnTo>
                  <a:cubicBezTo>
                    <a:pt x="0" y="80790"/>
                    <a:pt x="11584" y="52823"/>
                    <a:pt x="32204" y="32204"/>
                  </a:cubicBezTo>
                  <a:cubicBezTo>
                    <a:pt x="52823" y="11584"/>
                    <a:pt x="80790" y="0"/>
                    <a:pt x="109950" y="0"/>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8"/>
            <p:cNvSpPr txBox="1"/>
            <p:nvPr/>
          </p:nvSpPr>
          <p:spPr>
            <a:xfrm>
              <a:off x="0" y="-38100"/>
              <a:ext cx="554768" cy="2202283"/>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8" name="Google Shape;248;p8"/>
          <p:cNvGrpSpPr/>
          <p:nvPr/>
        </p:nvGrpSpPr>
        <p:grpSpPr>
          <a:xfrm rot="5400000">
            <a:off x="12643524" y="1435967"/>
            <a:ext cx="1971561" cy="7826575"/>
            <a:chOff x="0" y="-38100"/>
            <a:chExt cx="554768" cy="2202283"/>
          </a:xfrm>
        </p:grpSpPr>
        <p:sp>
          <p:nvSpPr>
            <p:cNvPr id="249" name="Google Shape;249;p8"/>
            <p:cNvSpPr/>
            <p:nvPr/>
          </p:nvSpPr>
          <p:spPr>
            <a:xfrm>
              <a:off x="0" y="0"/>
              <a:ext cx="554768" cy="2164183"/>
            </a:xfrm>
            <a:custGeom>
              <a:rect b="b" l="l" r="r" t="t"/>
              <a:pathLst>
                <a:path extrusionOk="0" h="2164183" w="554768">
                  <a:moveTo>
                    <a:pt x="109950" y="0"/>
                  </a:moveTo>
                  <a:lnTo>
                    <a:pt x="444818" y="0"/>
                  </a:lnTo>
                  <a:cubicBezTo>
                    <a:pt x="473979" y="0"/>
                    <a:pt x="501945" y="11584"/>
                    <a:pt x="522565" y="32204"/>
                  </a:cubicBezTo>
                  <a:cubicBezTo>
                    <a:pt x="543184" y="52823"/>
                    <a:pt x="554768" y="80790"/>
                    <a:pt x="554768" y="109950"/>
                  </a:cubicBezTo>
                  <a:lnTo>
                    <a:pt x="554768" y="2054233"/>
                  </a:lnTo>
                  <a:cubicBezTo>
                    <a:pt x="554768" y="2114956"/>
                    <a:pt x="505542" y="2164183"/>
                    <a:pt x="444818" y="2164183"/>
                  </a:cubicBezTo>
                  <a:lnTo>
                    <a:pt x="109950" y="2164183"/>
                  </a:lnTo>
                  <a:cubicBezTo>
                    <a:pt x="80790" y="2164183"/>
                    <a:pt x="52823" y="2152599"/>
                    <a:pt x="32204" y="2131979"/>
                  </a:cubicBezTo>
                  <a:cubicBezTo>
                    <a:pt x="11584" y="2111359"/>
                    <a:pt x="0" y="2083393"/>
                    <a:pt x="0" y="2054233"/>
                  </a:cubicBezTo>
                  <a:lnTo>
                    <a:pt x="0" y="109950"/>
                  </a:lnTo>
                  <a:cubicBezTo>
                    <a:pt x="0" y="80790"/>
                    <a:pt x="11584" y="52823"/>
                    <a:pt x="32204" y="32204"/>
                  </a:cubicBezTo>
                  <a:cubicBezTo>
                    <a:pt x="52823" y="11584"/>
                    <a:pt x="80790" y="0"/>
                    <a:pt x="109950" y="0"/>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8"/>
            <p:cNvSpPr txBox="1"/>
            <p:nvPr/>
          </p:nvSpPr>
          <p:spPr>
            <a:xfrm>
              <a:off x="0" y="-38100"/>
              <a:ext cx="554768" cy="2202283"/>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1" name="Google Shape;251;p8"/>
          <p:cNvSpPr txBox="1"/>
          <p:nvPr/>
        </p:nvSpPr>
        <p:spPr>
          <a:xfrm>
            <a:off x="10012854" y="2036071"/>
            <a:ext cx="7173523" cy="768936"/>
          </a:xfrm>
          <a:prstGeom prst="rect">
            <a:avLst/>
          </a:prstGeom>
          <a:noFill/>
          <a:ln>
            <a:noFill/>
          </a:ln>
        </p:spPr>
        <p:txBody>
          <a:bodyPr anchorCtr="0" anchor="t" bIns="0" lIns="0" spcFirstLastPara="1" rIns="0" wrap="square" tIns="0">
            <a:spAutoFit/>
          </a:bodyPr>
          <a:lstStyle/>
          <a:p>
            <a:pPr indent="-229067" lvl="1" marL="458134" marR="0" rtl="0" algn="ctr">
              <a:lnSpc>
                <a:spcPct val="147053"/>
              </a:lnSpc>
              <a:spcBef>
                <a:spcPts val="0"/>
              </a:spcBef>
              <a:spcAft>
                <a:spcPts val="0"/>
              </a:spcAft>
              <a:buClr>
                <a:srgbClr val="FFFFFF"/>
              </a:buClr>
              <a:buSzPts val="2121"/>
              <a:buFont typeface="Arial"/>
              <a:buChar char="•"/>
            </a:pPr>
            <a:r>
              <a:rPr b="0" i="0" lang="en-US" sz="2121" u="none" cap="none" strike="noStrike">
                <a:solidFill>
                  <a:srgbClr val="FFFFFF"/>
                </a:solidFill>
                <a:latin typeface="Inter"/>
                <a:ea typeface="Inter"/>
                <a:cs typeface="Inter"/>
                <a:sym typeface="Inter"/>
              </a:rPr>
              <a:t>Diseñar una interfaz web intuitiva y modular.</a:t>
            </a:r>
            <a:endParaRPr/>
          </a:p>
          <a:p>
            <a:pPr indent="0" lvl="0" marL="0" marR="0" rtl="0" algn="ctr">
              <a:lnSpc>
                <a:spcPct val="147053"/>
              </a:lnSpc>
              <a:spcBef>
                <a:spcPts val="0"/>
              </a:spcBef>
              <a:spcAft>
                <a:spcPts val="0"/>
              </a:spcAft>
              <a:buNone/>
            </a:pPr>
            <a:r>
              <a:t/>
            </a:r>
            <a:endParaRPr b="0" i="0" sz="2121" u="none" cap="none" strike="noStrike">
              <a:solidFill>
                <a:srgbClr val="FFFFFF"/>
              </a:solidFill>
              <a:latin typeface="Inter"/>
              <a:ea typeface="Inter"/>
              <a:cs typeface="Inter"/>
              <a:sym typeface="Inter"/>
            </a:endParaRPr>
          </a:p>
        </p:txBody>
      </p:sp>
      <p:sp>
        <p:nvSpPr>
          <p:cNvPr id="252" name="Google Shape;252;p8"/>
          <p:cNvSpPr txBox="1"/>
          <p:nvPr/>
        </p:nvSpPr>
        <p:spPr>
          <a:xfrm>
            <a:off x="10012854" y="4817565"/>
            <a:ext cx="7173523" cy="1161211"/>
          </a:xfrm>
          <a:prstGeom prst="rect">
            <a:avLst/>
          </a:prstGeom>
          <a:noFill/>
          <a:ln>
            <a:noFill/>
          </a:ln>
        </p:spPr>
        <p:txBody>
          <a:bodyPr anchorCtr="0" anchor="t" bIns="0" lIns="0" spcFirstLastPara="1" rIns="0" wrap="square" tIns="0">
            <a:spAutoFit/>
          </a:bodyPr>
          <a:lstStyle/>
          <a:p>
            <a:pPr indent="-229067" lvl="1" marL="458134" marR="0" rtl="0" algn="ctr">
              <a:lnSpc>
                <a:spcPct val="147053"/>
              </a:lnSpc>
              <a:spcBef>
                <a:spcPts val="0"/>
              </a:spcBef>
              <a:spcAft>
                <a:spcPts val="0"/>
              </a:spcAft>
              <a:buClr>
                <a:srgbClr val="FFFFFF"/>
              </a:buClr>
              <a:buSzPts val="2121"/>
              <a:buFont typeface="Arial"/>
              <a:buChar char="•"/>
            </a:pPr>
            <a:r>
              <a:rPr b="0" i="0" lang="en-US" sz="2121" u="none" cap="none" strike="noStrike">
                <a:solidFill>
                  <a:srgbClr val="FFFFFF"/>
                </a:solidFill>
                <a:latin typeface="Inter"/>
                <a:ea typeface="Inter"/>
                <a:cs typeface="Inter"/>
                <a:sym typeface="Inter"/>
              </a:rPr>
              <a:t>Implementar una base de datos que permita la normalización de la información.</a:t>
            </a:r>
            <a:endParaRPr/>
          </a:p>
          <a:p>
            <a:pPr indent="0" lvl="0" marL="0" marR="0" rtl="0" algn="ctr">
              <a:lnSpc>
                <a:spcPct val="147053"/>
              </a:lnSpc>
              <a:spcBef>
                <a:spcPts val="0"/>
              </a:spcBef>
              <a:spcAft>
                <a:spcPts val="0"/>
              </a:spcAft>
              <a:buNone/>
            </a:pPr>
            <a:r>
              <a:t/>
            </a:r>
            <a:endParaRPr b="0" i="0" sz="2121" u="none" cap="none" strike="noStrike">
              <a:solidFill>
                <a:srgbClr val="FFFFFF"/>
              </a:solidFill>
              <a:latin typeface="Inter"/>
              <a:ea typeface="Inter"/>
              <a:cs typeface="Inter"/>
              <a:sym typeface="Inter"/>
            </a:endParaRPr>
          </a:p>
        </p:txBody>
      </p:sp>
      <p:grpSp>
        <p:nvGrpSpPr>
          <p:cNvPr id="253" name="Google Shape;253;p8"/>
          <p:cNvGrpSpPr/>
          <p:nvPr/>
        </p:nvGrpSpPr>
        <p:grpSpPr>
          <a:xfrm rot="5400000">
            <a:off x="-1694342" y="182364"/>
            <a:ext cx="11850027" cy="9617120"/>
            <a:chOff x="0" y="-38100"/>
            <a:chExt cx="3120995" cy="2532904"/>
          </a:xfrm>
        </p:grpSpPr>
        <p:sp>
          <p:nvSpPr>
            <p:cNvPr id="254" name="Google Shape;254;p8"/>
            <p:cNvSpPr/>
            <p:nvPr/>
          </p:nvSpPr>
          <p:spPr>
            <a:xfrm>
              <a:off x="0" y="0"/>
              <a:ext cx="3120995" cy="2494804"/>
            </a:xfrm>
            <a:custGeom>
              <a:rect b="b" l="l" r="r" t="t"/>
              <a:pathLst>
                <a:path extrusionOk="0" h="2494804" w="3120995">
                  <a:moveTo>
                    <a:pt x="18293" y="0"/>
                  </a:moveTo>
                  <a:lnTo>
                    <a:pt x="3102702" y="0"/>
                  </a:lnTo>
                  <a:cubicBezTo>
                    <a:pt x="3107553" y="0"/>
                    <a:pt x="3112206" y="1927"/>
                    <a:pt x="3115637" y="5358"/>
                  </a:cubicBezTo>
                  <a:cubicBezTo>
                    <a:pt x="3119068" y="8789"/>
                    <a:pt x="3120995" y="13441"/>
                    <a:pt x="3120995" y="18293"/>
                  </a:cubicBezTo>
                  <a:lnTo>
                    <a:pt x="3120995" y="2476511"/>
                  </a:lnTo>
                  <a:cubicBezTo>
                    <a:pt x="3120995" y="2486614"/>
                    <a:pt x="3112805" y="2494804"/>
                    <a:pt x="3102702" y="2494804"/>
                  </a:cubicBezTo>
                  <a:lnTo>
                    <a:pt x="18293" y="2494804"/>
                  </a:lnTo>
                  <a:cubicBezTo>
                    <a:pt x="13441" y="2494804"/>
                    <a:pt x="8789" y="2492877"/>
                    <a:pt x="5358" y="2489446"/>
                  </a:cubicBezTo>
                  <a:cubicBezTo>
                    <a:pt x="1927" y="2486015"/>
                    <a:pt x="0" y="2481362"/>
                    <a:pt x="0" y="2476511"/>
                  </a:cubicBezTo>
                  <a:lnTo>
                    <a:pt x="0" y="18293"/>
                  </a:lnTo>
                  <a:cubicBezTo>
                    <a:pt x="0" y="8190"/>
                    <a:pt x="8190" y="0"/>
                    <a:pt x="18293" y="0"/>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8"/>
            <p:cNvSpPr txBox="1"/>
            <p:nvPr/>
          </p:nvSpPr>
          <p:spPr>
            <a:xfrm>
              <a:off x="0" y="-38100"/>
              <a:ext cx="3120995" cy="2532904"/>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6" name="Google Shape;256;p8"/>
          <p:cNvSpPr txBox="1"/>
          <p:nvPr/>
        </p:nvSpPr>
        <p:spPr>
          <a:xfrm>
            <a:off x="5507320" y="296918"/>
            <a:ext cx="7273360" cy="2390156"/>
          </a:xfrm>
          <a:prstGeom prst="rect">
            <a:avLst/>
          </a:prstGeom>
          <a:noFill/>
          <a:ln>
            <a:noFill/>
          </a:ln>
        </p:spPr>
        <p:txBody>
          <a:bodyPr anchorCtr="0" anchor="t" bIns="0" lIns="0" spcFirstLastPara="1" rIns="0" wrap="square" tIns="0">
            <a:spAutoFit/>
          </a:bodyPr>
          <a:lstStyle/>
          <a:p>
            <a:pPr indent="0" lvl="0" marL="0" marR="0" rtl="0" algn="l">
              <a:lnSpc>
                <a:spcPct val="124012"/>
              </a:lnSpc>
              <a:spcBef>
                <a:spcPts val="0"/>
              </a:spcBef>
              <a:spcAft>
                <a:spcPts val="0"/>
              </a:spcAft>
              <a:buNone/>
            </a:pPr>
            <a:r>
              <a:rPr b="1" i="0" lang="en-US" sz="7621" u="none" cap="none" strike="noStrike">
                <a:solidFill>
                  <a:srgbClr val="FFFFFF"/>
                </a:solidFill>
                <a:latin typeface="Arial"/>
                <a:ea typeface="Arial"/>
                <a:cs typeface="Arial"/>
                <a:sym typeface="Arial"/>
              </a:rPr>
              <a:t>OBJETIVOS</a:t>
            </a:r>
            <a:endParaRPr/>
          </a:p>
          <a:p>
            <a:pPr indent="0" lvl="0" marL="0" marR="0" rtl="0" algn="l">
              <a:lnSpc>
                <a:spcPct val="124012"/>
              </a:lnSpc>
              <a:spcBef>
                <a:spcPts val="0"/>
              </a:spcBef>
              <a:spcAft>
                <a:spcPts val="0"/>
              </a:spcAft>
              <a:buNone/>
            </a:pPr>
            <a:r>
              <a:t/>
            </a:r>
            <a:endParaRPr b="1" i="0" sz="7621" u="none" cap="none" strike="noStrike">
              <a:solidFill>
                <a:srgbClr val="FFFFFF"/>
              </a:solidFill>
              <a:latin typeface="Arial"/>
              <a:ea typeface="Arial"/>
              <a:cs typeface="Arial"/>
              <a:sym typeface="Arial"/>
            </a:endParaRPr>
          </a:p>
        </p:txBody>
      </p:sp>
      <p:grpSp>
        <p:nvGrpSpPr>
          <p:cNvPr id="257" name="Google Shape;257;p8"/>
          <p:cNvGrpSpPr/>
          <p:nvPr/>
        </p:nvGrpSpPr>
        <p:grpSpPr>
          <a:xfrm rot="5400000">
            <a:off x="12643524" y="4217462"/>
            <a:ext cx="1971561" cy="7826575"/>
            <a:chOff x="0" y="-38100"/>
            <a:chExt cx="554768" cy="2202283"/>
          </a:xfrm>
        </p:grpSpPr>
        <p:sp>
          <p:nvSpPr>
            <p:cNvPr id="258" name="Google Shape;258;p8"/>
            <p:cNvSpPr/>
            <p:nvPr/>
          </p:nvSpPr>
          <p:spPr>
            <a:xfrm>
              <a:off x="0" y="0"/>
              <a:ext cx="554768" cy="2164183"/>
            </a:xfrm>
            <a:custGeom>
              <a:rect b="b" l="l" r="r" t="t"/>
              <a:pathLst>
                <a:path extrusionOk="0" h="2164183" w="554768">
                  <a:moveTo>
                    <a:pt x="109950" y="0"/>
                  </a:moveTo>
                  <a:lnTo>
                    <a:pt x="444818" y="0"/>
                  </a:lnTo>
                  <a:cubicBezTo>
                    <a:pt x="473979" y="0"/>
                    <a:pt x="501945" y="11584"/>
                    <a:pt x="522565" y="32204"/>
                  </a:cubicBezTo>
                  <a:cubicBezTo>
                    <a:pt x="543184" y="52823"/>
                    <a:pt x="554768" y="80790"/>
                    <a:pt x="554768" y="109950"/>
                  </a:cubicBezTo>
                  <a:lnTo>
                    <a:pt x="554768" y="2054233"/>
                  </a:lnTo>
                  <a:cubicBezTo>
                    <a:pt x="554768" y="2114956"/>
                    <a:pt x="505542" y="2164183"/>
                    <a:pt x="444818" y="2164183"/>
                  </a:cubicBezTo>
                  <a:lnTo>
                    <a:pt x="109950" y="2164183"/>
                  </a:lnTo>
                  <a:cubicBezTo>
                    <a:pt x="80790" y="2164183"/>
                    <a:pt x="52823" y="2152599"/>
                    <a:pt x="32204" y="2131979"/>
                  </a:cubicBezTo>
                  <a:cubicBezTo>
                    <a:pt x="11584" y="2111359"/>
                    <a:pt x="0" y="2083393"/>
                    <a:pt x="0" y="2054233"/>
                  </a:cubicBezTo>
                  <a:lnTo>
                    <a:pt x="0" y="109950"/>
                  </a:lnTo>
                  <a:cubicBezTo>
                    <a:pt x="0" y="80790"/>
                    <a:pt x="11584" y="52823"/>
                    <a:pt x="32204" y="32204"/>
                  </a:cubicBezTo>
                  <a:cubicBezTo>
                    <a:pt x="52823" y="11584"/>
                    <a:pt x="80790" y="0"/>
                    <a:pt x="109950" y="0"/>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8"/>
            <p:cNvSpPr txBox="1"/>
            <p:nvPr/>
          </p:nvSpPr>
          <p:spPr>
            <a:xfrm>
              <a:off x="0" y="-38100"/>
              <a:ext cx="554768" cy="2202283"/>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0" name="Google Shape;260;p8"/>
          <p:cNvSpPr txBox="1"/>
          <p:nvPr/>
        </p:nvSpPr>
        <p:spPr>
          <a:xfrm>
            <a:off x="10012854" y="7599060"/>
            <a:ext cx="7173523" cy="1161211"/>
          </a:xfrm>
          <a:prstGeom prst="rect">
            <a:avLst/>
          </a:prstGeom>
          <a:noFill/>
          <a:ln>
            <a:noFill/>
          </a:ln>
        </p:spPr>
        <p:txBody>
          <a:bodyPr anchorCtr="0" anchor="t" bIns="0" lIns="0" spcFirstLastPara="1" rIns="0" wrap="square" tIns="0">
            <a:spAutoFit/>
          </a:bodyPr>
          <a:lstStyle/>
          <a:p>
            <a:pPr indent="-229067" lvl="1" marL="458134" marR="0" rtl="0" algn="ctr">
              <a:lnSpc>
                <a:spcPct val="147053"/>
              </a:lnSpc>
              <a:spcBef>
                <a:spcPts val="0"/>
              </a:spcBef>
              <a:spcAft>
                <a:spcPts val="0"/>
              </a:spcAft>
              <a:buClr>
                <a:srgbClr val="FFFFFF"/>
              </a:buClr>
              <a:buSzPts val="2121"/>
              <a:buFont typeface="Arial"/>
              <a:buChar char="•"/>
            </a:pPr>
            <a:r>
              <a:rPr b="0" i="0" lang="en-US" sz="2121" u="none" cap="none" strike="noStrike">
                <a:solidFill>
                  <a:srgbClr val="FFFFFF"/>
                </a:solidFill>
                <a:latin typeface="Inter"/>
                <a:ea typeface="Inter"/>
                <a:cs typeface="Inter"/>
                <a:sym typeface="Inter"/>
              </a:rPr>
              <a:t>Integrar compatibilidad con archivos Excel para importar y organizar datos.</a:t>
            </a:r>
            <a:endParaRPr/>
          </a:p>
          <a:p>
            <a:pPr indent="0" lvl="0" marL="0" marR="0" rtl="0" algn="ctr">
              <a:lnSpc>
                <a:spcPct val="147053"/>
              </a:lnSpc>
              <a:spcBef>
                <a:spcPts val="0"/>
              </a:spcBef>
              <a:spcAft>
                <a:spcPts val="0"/>
              </a:spcAft>
              <a:buNone/>
            </a:pPr>
            <a:r>
              <a:t/>
            </a:r>
            <a:endParaRPr b="0" i="0" sz="2121" u="none" cap="none" strike="noStrike">
              <a:solidFill>
                <a:srgbClr val="FFFFFF"/>
              </a:solidFill>
              <a:latin typeface="Inter"/>
              <a:ea typeface="Inter"/>
              <a:cs typeface="Inter"/>
              <a:sym typeface="Inter"/>
            </a:endParaRPr>
          </a:p>
        </p:txBody>
      </p:sp>
      <p:grpSp>
        <p:nvGrpSpPr>
          <p:cNvPr id="261" name="Google Shape;261;p8"/>
          <p:cNvGrpSpPr/>
          <p:nvPr/>
        </p:nvGrpSpPr>
        <p:grpSpPr>
          <a:xfrm rot="5400000">
            <a:off x="3240262" y="4217462"/>
            <a:ext cx="1971561" cy="7826575"/>
            <a:chOff x="0" y="-38100"/>
            <a:chExt cx="554768" cy="2202283"/>
          </a:xfrm>
        </p:grpSpPr>
        <p:sp>
          <p:nvSpPr>
            <p:cNvPr id="262" name="Google Shape;262;p8"/>
            <p:cNvSpPr/>
            <p:nvPr/>
          </p:nvSpPr>
          <p:spPr>
            <a:xfrm>
              <a:off x="0" y="0"/>
              <a:ext cx="554768" cy="2164183"/>
            </a:xfrm>
            <a:custGeom>
              <a:rect b="b" l="l" r="r" t="t"/>
              <a:pathLst>
                <a:path extrusionOk="0" h="2164183" w="554768">
                  <a:moveTo>
                    <a:pt x="109950" y="0"/>
                  </a:moveTo>
                  <a:lnTo>
                    <a:pt x="444818" y="0"/>
                  </a:lnTo>
                  <a:cubicBezTo>
                    <a:pt x="473979" y="0"/>
                    <a:pt x="501945" y="11584"/>
                    <a:pt x="522565" y="32204"/>
                  </a:cubicBezTo>
                  <a:cubicBezTo>
                    <a:pt x="543184" y="52823"/>
                    <a:pt x="554768" y="80790"/>
                    <a:pt x="554768" y="109950"/>
                  </a:cubicBezTo>
                  <a:lnTo>
                    <a:pt x="554768" y="2054233"/>
                  </a:lnTo>
                  <a:cubicBezTo>
                    <a:pt x="554768" y="2114956"/>
                    <a:pt x="505542" y="2164183"/>
                    <a:pt x="444818" y="2164183"/>
                  </a:cubicBezTo>
                  <a:lnTo>
                    <a:pt x="109950" y="2164183"/>
                  </a:lnTo>
                  <a:cubicBezTo>
                    <a:pt x="80790" y="2164183"/>
                    <a:pt x="52823" y="2152599"/>
                    <a:pt x="32204" y="2131979"/>
                  </a:cubicBezTo>
                  <a:cubicBezTo>
                    <a:pt x="11584" y="2111359"/>
                    <a:pt x="0" y="2083393"/>
                    <a:pt x="0" y="2054233"/>
                  </a:cubicBezTo>
                  <a:lnTo>
                    <a:pt x="0" y="109950"/>
                  </a:lnTo>
                  <a:cubicBezTo>
                    <a:pt x="0" y="80790"/>
                    <a:pt x="11584" y="52823"/>
                    <a:pt x="32204" y="32204"/>
                  </a:cubicBezTo>
                  <a:cubicBezTo>
                    <a:pt x="52823" y="11584"/>
                    <a:pt x="80790" y="0"/>
                    <a:pt x="109950" y="0"/>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8"/>
            <p:cNvSpPr txBox="1"/>
            <p:nvPr/>
          </p:nvSpPr>
          <p:spPr>
            <a:xfrm>
              <a:off x="0" y="-38100"/>
              <a:ext cx="554768" cy="2202283"/>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4" name="Google Shape;264;p8"/>
          <p:cNvGrpSpPr/>
          <p:nvPr/>
        </p:nvGrpSpPr>
        <p:grpSpPr>
          <a:xfrm rot="5400000">
            <a:off x="3240262" y="1513459"/>
            <a:ext cx="1971561" cy="7826575"/>
            <a:chOff x="0" y="-38100"/>
            <a:chExt cx="554768" cy="2202283"/>
          </a:xfrm>
        </p:grpSpPr>
        <p:sp>
          <p:nvSpPr>
            <p:cNvPr id="265" name="Google Shape;265;p8"/>
            <p:cNvSpPr/>
            <p:nvPr/>
          </p:nvSpPr>
          <p:spPr>
            <a:xfrm>
              <a:off x="0" y="0"/>
              <a:ext cx="554768" cy="2164183"/>
            </a:xfrm>
            <a:custGeom>
              <a:rect b="b" l="l" r="r" t="t"/>
              <a:pathLst>
                <a:path extrusionOk="0" h="2164183" w="554768">
                  <a:moveTo>
                    <a:pt x="109950" y="0"/>
                  </a:moveTo>
                  <a:lnTo>
                    <a:pt x="444818" y="0"/>
                  </a:lnTo>
                  <a:cubicBezTo>
                    <a:pt x="473979" y="0"/>
                    <a:pt x="501945" y="11584"/>
                    <a:pt x="522565" y="32204"/>
                  </a:cubicBezTo>
                  <a:cubicBezTo>
                    <a:pt x="543184" y="52823"/>
                    <a:pt x="554768" y="80790"/>
                    <a:pt x="554768" y="109950"/>
                  </a:cubicBezTo>
                  <a:lnTo>
                    <a:pt x="554768" y="2054233"/>
                  </a:lnTo>
                  <a:cubicBezTo>
                    <a:pt x="554768" y="2114956"/>
                    <a:pt x="505542" y="2164183"/>
                    <a:pt x="444818" y="2164183"/>
                  </a:cubicBezTo>
                  <a:lnTo>
                    <a:pt x="109950" y="2164183"/>
                  </a:lnTo>
                  <a:cubicBezTo>
                    <a:pt x="80790" y="2164183"/>
                    <a:pt x="52823" y="2152599"/>
                    <a:pt x="32204" y="2131979"/>
                  </a:cubicBezTo>
                  <a:cubicBezTo>
                    <a:pt x="11584" y="2111359"/>
                    <a:pt x="0" y="2083393"/>
                    <a:pt x="0" y="2054233"/>
                  </a:cubicBezTo>
                  <a:lnTo>
                    <a:pt x="0" y="109950"/>
                  </a:lnTo>
                  <a:cubicBezTo>
                    <a:pt x="0" y="80790"/>
                    <a:pt x="11584" y="52823"/>
                    <a:pt x="32204" y="32204"/>
                  </a:cubicBezTo>
                  <a:cubicBezTo>
                    <a:pt x="52823" y="11584"/>
                    <a:pt x="80790" y="0"/>
                    <a:pt x="109950" y="0"/>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8"/>
            <p:cNvSpPr txBox="1"/>
            <p:nvPr/>
          </p:nvSpPr>
          <p:spPr>
            <a:xfrm>
              <a:off x="0" y="-38100"/>
              <a:ext cx="554768" cy="2202283"/>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7" name="Google Shape;267;p8"/>
          <p:cNvSpPr txBox="1"/>
          <p:nvPr/>
        </p:nvSpPr>
        <p:spPr>
          <a:xfrm>
            <a:off x="571580" y="4933773"/>
            <a:ext cx="7173523" cy="1161211"/>
          </a:xfrm>
          <a:prstGeom prst="rect">
            <a:avLst/>
          </a:prstGeom>
          <a:noFill/>
          <a:ln>
            <a:noFill/>
          </a:ln>
        </p:spPr>
        <p:txBody>
          <a:bodyPr anchorCtr="0" anchor="t" bIns="0" lIns="0" spcFirstLastPara="1" rIns="0" wrap="square" tIns="0">
            <a:spAutoFit/>
          </a:bodyPr>
          <a:lstStyle/>
          <a:p>
            <a:pPr indent="-229067" lvl="1" marL="458134" marR="0" rtl="0" algn="ctr">
              <a:lnSpc>
                <a:spcPct val="147053"/>
              </a:lnSpc>
              <a:spcBef>
                <a:spcPts val="0"/>
              </a:spcBef>
              <a:spcAft>
                <a:spcPts val="0"/>
              </a:spcAft>
              <a:buClr>
                <a:srgbClr val="FFFFFF"/>
              </a:buClr>
              <a:buSzPts val="2121"/>
              <a:buFont typeface="Arial"/>
              <a:buChar char="•"/>
            </a:pPr>
            <a:r>
              <a:rPr b="0" i="0" lang="en-US" sz="2121" u="none" cap="none" strike="noStrike">
                <a:solidFill>
                  <a:srgbClr val="FFFFFF"/>
                </a:solidFill>
                <a:latin typeface="Inter"/>
                <a:ea typeface="Inter"/>
                <a:cs typeface="Inter"/>
                <a:sym typeface="Inter"/>
              </a:rPr>
              <a:t>Automatizar la generación de reportes visuales y exportables.</a:t>
            </a:r>
            <a:endParaRPr/>
          </a:p>
          <a:p>
            <a:pPr indent="0" lvl="0" marL="0" marR="0" rtl="0" algn="ctr">
              <a:lnSpc>
                <a:spcPct val="147053"/>
              </a:lnSpc>
              <a:spcBef>
                <a:spcPts val="0"/>
              </a:spcBef>
              <a:spcAft>
                <a:spcPts val="0"/>
              </a:spcAft>
              <a:buNone/>
            </a:pPr>
            <a:r>
              <a:t/>
            </a:r>
            <a:endParaRPr b="0" i="0" sz="2121" u="none" cap="none" strike="noStrike">
              <a:solidFill>
                <a:srgbClr val="FFFFFF"/>
              </a:solidFill>
              <a:latin typeface="Inter"/>
              <a:ea typeface="Inter"/>
              <a:cs typeface="Inter"/>
              <a:sym typeface="Inter"/>
            </a:endParaRPr>
          </a:p>
        </p:txBody>
      </p:sp>
      <p:sp>
        <p:nvSpPr>
          <p:cNvPr id="268" name="Google Shape;268;p8"/>
          <p:cNvSpPr txBox="1"/>
          <p:nvPr/>
        </p:nvSpPr>
        <p:spPr>
          <a:xfrm>
            <a:off x="571580" y="7521569"/>
            <a:ext cx="7173523" cy="1161211"/>
          </a:xfrm>
          <a:prstGeom prst="rect">
            <a:avLst/>
          </a:prstGeom>
          <a:noFill/>
          <a:ln>
            <a:noFill/>
          </a:ln>
        </p:spPr>
        <p:txBody>
          <a:bodyPr anchorCtr="0" anchor="t" bIns="0" lIns="0" spcFirstLastPara="1" rIns="0" wrap="square" tIns="0">
            <a:spAutoFit/>
          </a:bodyPr>
          <a:lstStyle/>
          <a:p>
            <a:pPr indent="-229067" lvl="1" marL="458134" marR="0" rtl="0" algn="ctr">
              <a:lnSpc>
                <a:spcPct val="147053"/>
              </a:lnSpc>
              <a:spcBef>
                <a:spcPts val="0"/>
              </a:spcBef>
              <a:spcAft>
                <a:spcPts val="0"/>
              </a:spcAft>
              <a:buClr>
                <a:srgbClr val="FFFFFF"/>
              </a:buClr>
              <a:buSzPts val="2121"/>
              <a:buFont typeface="Arial"/>
              <a:buChar char="•"/>
            </a:pPr>
            <a:r>
              <a:rPr b="0" i="0" lang="en-US" sz="2121" u="none" cap="none" strike="noStrike">
                <a:solidFill>
                  <a:srgbClr val="FFFFFF"/>
                </a:solidFill>
                <a:latin typeface="Inter"/>
                <a:ea typeface="Inter"/>
                <a:cs typeface="Inter"/>
                <a:sym typeface="Inter"/>
              </a:rPr>
              <a:t>Establecer un sistema de roles para gestionar el acceso de usuarios.</a:t>
            </a:r>
            <a:endParaRPr/>
          </a:p>
          <a:p>
            <a:pPr indent="0" lvl="0" marL="0" marR="0" rtl="0" algn="ctr">
              <a:lnSpc>
                <a:spcPct val="147053"/>
              </a:lnSpc>
              <a:spcBef>
                <a:spcPts val="0"/>
              </a:spcBef>
              <a:spcAft>
                <a:spcPts val="0"/>
              </a:spcAft>
              <a:buNone/>
            </a:pPr>
            <a:r>
              <a:t/>
            </a:r>
            <a:endParaRPr b="0" i="0" sz="2121" u="none" cap="none" strike="noStrike">
              <a:solidFill>
                <a:srgbClr val="FFFFFF"/>
              </a:solidFill>
              <a:latin typeface="Inter"/>
              <a:ea typeface="Inter"/>
              <a:cs typeface="Inter"/>
              <a:sym typeface="Inter"/>
            </a:endParaRPr>
          </a:p>
        </p:txBody>
      </p:sp>
      <p:grpSp>
        <p:nvGrpSpPr>
          <p:cNvPr id="269" name="Google Shape;269;p8"/>
          <p:cNvGrpSpPr/>
          <p:nvPr/>
        </p:nvGrpSpPr>
        <p:grpSpPr>
          <a:xfrm rot="5400000">
            <a:off x="3240262" y="-1345527"/>
            <a:ext cx="1971561" cy="7826575"/>
            <a:chOff x="0" y="-38100"/>
            <a:chExt cx="554768" cy="2202283"/>
          </a:xfrm>
        </p:grpSpPr>
        <p:sp>
          <p:nvSpPr>
            <p:cNvPr id="270" name="Google Shape;270;p8"/>
            <p:cNvSpPr/>
            <p:nvPr/>
          </p:nvSpPr>
          <p:spPr>
            <a:xfrm>
              <a:off x="0" y="0"/>
              <a:ext cx="554768" cy="2164183"/>
            </a:xfrm>
            <a:custGeom>
              <a:rect b="b" l="l" r="r" t="t"/>
              <a:pathLst>
                <a:path extrusionOk="0" h="2164183" w="554768">
                  <a:moveTo>
                    <a:pt x="109950" y="0"/>
                  </a:moveTo>
                  <a:lnTo>
                    <a:pt x="444818" y="0"/>
                  </a:lnTo>
                  <a:cubicBezTo>
                    <a:pt x="473979" y="0"/>
                    <a:pt x="501945" y="11584"/>
                    <a:pt x="522565" y="32204"/>
                  </a:cubicBezTo>
                  <a:cubicBezTo>
                    <a:pt x="543184" y="52823"/>
                    <a:pt x="554768" y="80790"/>
                    <a:pt x="554768" y="109950"/>
                  </a:cubicBezTo>
                  <a:lnTo>
                    <a:pt x="554768" y="2054233"/>
                  </a:lnTo>
                  <a:cubicBezTo>
                    <a:pt x="554768" y="2114956"/>
                    <a:pt x="505542" y="2164183"/>
                    <a:pt x="444818" y="2164183"/>
                  </a:cubicBezTo>
                  <a:lnTo>
                    <a:pt x="109950" y="2164183"/>
                  </a:lnTo>
                  <a:cubicBezTo>
                    <a:pt x="80790" y="2164183"/>
                    <a:pt x="52823" y="2152599"/>
                    <a:pt x="32204" y="2131979"/>
                  </a:cubicBezTo>
                  <a:cubicBezTo>
                    <a:pt x="11584" y="2111359"/>
                    <a:pt x="0" y="2083393"/>
                    <a:pt x="0" y="2054233"/>
                  </a:cubicBezTo>
                  <a:lnTo>
                    <a:pt x="0" y="109950"/>
                  </a:lnTo>
                  <a:cubicBezTo>
                    <a:pt x="0" y="80790"/>
                    <a:pt x="11584" y="52823"/>
                    <a:pt x="32204" y="32204"/>
                  </a:cubicBezTo>
                  <a:cubicBezTo>
                    <a:pt x="52823" y="11584"/>
                    <a:pt x="80790" y="0"/>
                    <a:pt x="109950" y="0"/>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8"/>
            <p:cNvSpPr txBox="1"/>
            <p:nvPr/>
          </p:nvSpPr>
          <p:spPr>
            <a:xfrm>
              <a:off x="0" y="-38100"/>
              <a:ext cx="554768" cy="2202283"/>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2" name="Google Shape;272;p8"/>
          <p:cNvSpPr txBox="1"/>
          <p:nvPr/>
        </p:nvSpPr>
        <p:spPr>
          <a:xfrm>
            <a:off x="571580" y="2154717"/>
            <a:ext cx="7173523" cy="768936"/>
          </a:xfrm>
          <a:prstGeom prst="rect">
            <a:avLst/>
          </a:prstGeom>
          <a:noFill/>
          <a:ln>
            <a:noFill/>
          </a:ln>
        </p:spPr>
        <p:txBody>
          <a:bodyPr anchorCtr="0" anchor="t" bIns="0" lIns="0" spcFirstLastPara="1" rIns="0" wrap="square" tIns="0">
            <a:spAutoFit/>
          </a:bodyPr>
          <a:lstStyle/>
          <a:p>
            <a:pPr indent="-229067" lvl="1" marL="458134" marR="0" rtl="0" algn="ctr">
              <a:lnSpc>
                <a:spcPct val="147053"/>
              </a:lnSpc>
              <a:spcBef>
                <a:spcPts val="0"/>
              </a:spcBef>
              <a:spcAft>
                <a:spcPts val="0"/>
              </a:spcAft>
              <a:buClr>
                <a:srgbClr val="FFFFFF"/>
              </a:buClr>
              <a:buSzPts val="2121"/>
              <a:buFont typeface="Arial"/>
              <a:buChar char="•"/>
            </a:pPr>
            <a:r>
              <a:rPr b="0" i="0" lang="en-US" sz="2121" u="none" cap="none" strike="noStrike">
                <a:solidFill>
                  <a:srgbClr val="FFFFFF"/>
                </a:solidFill>
                <a:latin typeface="Inter"/>
                <a:ea typeface="Inter"/>
                <a:cs typeface="Inter"/>
                <a:sym typeface="Inter"/>
              </a:rPr>
              <a:t>Facilitar el control de inventario desde la plataforma.</a:t>
            </a:r>
            <a:endParaRPr/>
          </a:p>
          <a:p>
            <a:pPr indent="0" lvl="0" marL="0" marR="0" rtl="0" algn="ctr">
              <a:lnSpc>
                <a:spcPct val="147053"/>
              </a:lnSpc>
              <a:spcBef>
                <a:spcPts val="0"/>
              </a:spcBef>
              <a:spcAft>
                <a:spcPts val="0"/>
              </a:spcAft>
              <a:buNone/>
            </a:pPr>
            <a:r>
              <a:t/>
            </a:r>
            <a:endParaRPr b="0" i="0" sz="2121" u="none" cap="none" strike="noStrike">
              <a:solidFill>
                <a:srgbClr val="FFFFFF"/>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8663" l="0" r="0" t="0"/>
            </a:stretch>
          </a:blipFill>
          <a:ln>
            <a:noFill/>
          </a:ln>
        </p:spPr>
      </p:sp>
      <p:grpSp>
        <p:nvGrpSpPr>
          <p:cNvPr id="278" name="Google Shape;278;p9"/>
          <p:cNvGrpSpPr/>
          <p:nvPr/>
        </p:nvGrpSpPr>
        <p:grpSpPr>
          <a:xfrm>
            <a:off x="1091953" y="3628260"/>
            <a:ext cx="2279186" cy="3715862"/>
            <a:chOff x="0" y="-38100"/>
            <a:chExt cx="379877" cy="619331"/>
          </a:xfrm>
        </p:grpSpPr>
        <p:sp>
          <p:nvSpPr>
            <p:cNvPr id="279" name="Google Shape;279;p9"/>
            <p:cNvSpPr/>
            <p:nvPr/>
          </p:nvSpPr>
          <p:spPr>
            <a:xfrm>
              <a:off x="0" y="0"/>
              <a:ext cx="379877" cy="581231"/>
            </a:xfrm>
            <a:custGeom>
              <a:rect b="b" l="l" r="r" t="t"/>
              <a:pathLst>
                <a:path extrusionOk="0" h="581231" w="379877">
                  <a:moveTo>
                    <a:pt x="379877" y="74305"/>
                  </a:moveTo>
                  <a:lnTo>
                    <a:pt x="379877" y="407367"/>
                  </a:lnTo>
                  <a:cubicBezTo>
                    <a:pt x="379877" y="453474"/>
                    <a:pt x="355717" y="496210"/>
                    <a:pt x="316211" y="519984"/>
                  </a:cubicBezTo>
                  <a:lnTo>
                    <a:pt x="253604" y="557659"/>
                  </a:lnTo>
                  <a:cubicBezTo>
                    <a:pt x="214433" y="581231"/>
                    <a:pt x="165444" y="581231"/>
                    <a:pt x="126273" y="557659"/>
                  </a:cubicBezTo>
                  <a:lnTo>
                    <a:pt x="63666" y="519984"/>
                  </a:lnTo>
                  <a:cubicBezTo>
                    <a:pt x="24160" y="496210"/>
                    <a:pt x="0" y="453474"/>
                    <a:pt x="0" y="407367"/>
                  </a:cubicBezTo>
                  <a:lnTo>
                    <a:pt x="0" y="74305"/>
                  </a:lnTo>
                  <a:cubicBezTo>
                    <a:pt x="0" y="54598"/>
                    <a:pt x="7828" y="35698"/>
                    <a:pt x="21763" y="21763"/>
                  </a:cubicBezTo>
                  <a:cubicBezTo>
                    <a:pt x="35698" y="7828"/>
                    <a:pt x="54598" y="0"/>
                    <a:pt x="74305" y="0"/>
                  </a:cubicBezTo>
                  <a:lnTo>
                    <a:pt x="305573" y="0"/>
                  </a:lnTo>
                  <a:cubicBezTo>
                    <a:pt x="346610" y="0"/>
                    <a:pt x="379877" y="33267"/>
                    <a:pt x="379877" y="74305"/>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9"/>
            <p:cNvSpPr txBox="1"/>
            <p:nvPr/>
          </p:nvSpPr>
          <p:spPr>
            <a:xfrm>
              <a:off x="0" y="-38100"/>
              <a:ext cx="379877" cy="519771"/>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1" name="Google Shape;281;p9"/>
          <p:cNvGrpSpPr/>
          <p:nvPr/>
        </p:nvGrpSpPr>
        <p:grpSpPr>
          <a:xfrm>
            <a:off x="3806975" y="3628259"/>
            <a:ext cx="2279194" cy="3715876"/>
            <a:chOff x="0" y="-38100"/>
            <a:chExt cx="379877" cy="619331"/>
          </a:xfrm>
        </p:grpSpPr>
        <p:sp>
          <p:nvSpPr>
            <p:cNvPr id="282" name="Google Shape;282;p9"/>
            <p:cNvSpPr/>
            <p:nvPr/>
          </p:nvSpPr>
          <p:spPr>
            <a:xfrm>
              <a:off x="0" y="0"/>
              <a:ext cx="379877" cy="581231"/>
            </a:xfrm>
            <a:custGeom>
              <a:rect b="b" l="l" r="r" t="t"/>
              <a:pathLst>
                <a:path extrusionOk="0" h="581231" w="379877">
                  <a:moveTo>
                    <a:pt x="379877" y="74305"/>
                  </a:moveTo>
                  <a:lnTo>
                    <a:pt x="379877" y="407367"/>
                  </a:lnTo>
                  <a:cubicBezTo>
                    <a:pt x="379877" y="453474"/>
                    <a:pt x="355717" y="496210"/>
                    <a:pt x="316211" y="519984"/>
                  </a:cubicBezTo>
                  <a:lnTo>
                    <a:pt x="253604" y="557659"/>
                  </a:lnTo>
                  <a:cubicBezTo>
                    <a:pt x="214433" y="581231"/>
                    <a:pt x="165444" y="581231"/>
                    <a:pt x="126273" y="557659"/>
                  </a:cubicBezTo>
                  <a:lnTo>
                    <a:pt x="63666" y="519984"/>
                  </a:lnTo>
                  <a:cubicBezTo>
                    <a:pt x="24160" y="496210"/>
                    <a:pt x="0" y="453474"/>
                    <a:pt x="0" y="407367"/>
                  </a:cubicBezTo>
                  <a:lnTo>
                    <a:pt x="0" y="74305"/>
                  </a:lnTo>
                  <a:cubicBezTo>
                    <a:pt x="0" y="54598"/>
                    <a:pt x="7828" y="35698"/>
                    <a:pt x="21763" y="21763"/>
                  </a:cubicBezTo>
                  <a:cubicBezTo>
                    <a:pt x="35698" y="7828"/>
                    <a:pt x="54598" y="0"/>
                    <a:pt x="74305" y="0"/>
                  </a:cubicBezTo>
                  <a:lnTo>
                    <a:pt x="305573" y="0"/>
                  </a:lnTo>
                  <a:cubicBezTo>
                    <a:pt x="346610" y="0"/>
                    <a:pt x="379877" y="33267"/>
                    <a:pt x="379877" y="74305"/>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9"/>
            <p:cNvSpPr txBox="1"/>
            <p:nvPr/>
          </p:nvSpPr>
          <p:spPr>
            <a:xfrm>
              <a:off x="0" y="-38100"/>
              <a:ext cx="379877" cy="519771"/>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4" name="Google Shape;284;p9"/>
          <p:cNvGrpSpPr/>
          <p:nvPr/>
        </p:nvGrpSpPr>
        <p:grpSpPr>
          <a:xfrm>
            <a:off x="6521998" y="3628259"/>
            <a:ext cx="2279194" cy="3715876"/>
            <a:chOff x="0" y="-38100"/>
            <a:chExt cx="379877" cy="619331"/>
          </a:xfrm>
        </p:grpSpPr>
        <p:sp>
          <p:nvSpPr>
            <p:cNvPr id="285" name="Google Shape;285;p9"/>
            <p:cNvSpPr/>
            <p:nvPr/>
          </p:nvSpPr>
          <p:spPr>
            <a:xfrm>
              <a:off x="0" y="0"/>
              <a:ext cx="379877" cy="581231"/>
            </a:xfrm>
            <a:custGeom>
              <a:rect b="b" l="l" r="r" t="t"/>
              <a:pathLst>
                <a:path extrusionOk="0" h="581231" w="379877">
                  <a:moveTo>
                    <a:pt x="379877" y="74305"/>
                  </a:moveTo>
                  <a:lnTo>
                    <a:pt x="379877" y="407367"/>
                  </a:lnTo>
                  <a:cubicBezTo>
                    <a:pt x="379877" y="453474"/>
                    <a:pt x="355717" y="496210"/>
                    <a:pt x="316211" y="519984"/>
                  </a:cubicBezTo>
                  <a:lnTo>
                    <a:pt x="253604" y="557659"/>
                  </a:lnTo>
                  <a:cubicBezTo>
                    <a:pt x="214433" y="581231"/>
                    <a:pt x="165444" y="581231"/>
                    <a:pt x="126273" y="557659"/>
                  </a:cubicBezTo>
                  <a:lnTo>
                    <a:pt x="63666" y="519984"/>
                  </a:lnTo>
                  <a:cubicBezTo>
                    <a:pt x="24160" y="496210"/>
                    <a:pt x="0" y="453474"/>
                    <a:pt x="0" y="407367"/>
                  </a:cubicBezTo>
                  <a:lnTo>
                    <a:pt x="0" y="74305"/>
                  </a:lnTo>
                  <a:cubicBezTo>
                    <a:pt x="0" y="54598"/>
                    <a:pt x="7828" y="35698"/>
                    <a:pt x="21763" y="21763"/>
                  </a:cubicBezTo>
                  <a:cubicBezTo>
                    <a:pt x="35698" y="7828"/>
                    <a:pt x="54598" y="0"/>
                    <a:pt x="74305" y="0"/>
                  </a:cubicBezTo>
                  <a:lnTo>
                    <a:pt x="305573" y="0"/>
                  </a:lnTo>
                  <a:cubicBezTo>
                    <a:pt x="346610" y="0"/>
                    <a:pt x="379877" y="33267"/>
                    <a:pt x="379877" y="74305"/>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9"/>
            <p:cNvSpPr txBox="1"/>
            <p:nvPr/>
          </p:nvSpPr>
          <p:spPr>
            <a:xfrm>
              <a:off x="0" y="-38100"/>
              <a:ext cx="379877" cy="519771"/>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7" name="Google Shape;287;p9"/>
          <p:cNvGrpSpPr/>
          <p:nvPr/>
        </p:nvGrpSpPr>
        <p:grpSpPr>
          <a:xfrm>
            <a:off x="9237021" y="3628259"/>
            <a:ext cx="2279194" cy="3715876"/>
            <a:chOff x="0" y="-38100"/>
            <a:chExt cx="379877" cy="619331"/>
          </a:xfrm>
        </p:grpSpPr>
        <p:sp>
          <p:nvSpPr>
            <p:cNvPr id="288" name="Google Shape;288;p9"/>
            <p:cNvSpPr/>
            <p:nvPr/>
          </p:nvSpPr>
          <p:spPr>
            <a:xfrm>
              <a:off x="0" y="0"/>
              <a:ext cx="379877" cy="581231"/>
            </a:xfrm>
            <a:custGeom>
              <a:rect b="b" l="l" r="r" t="t"/>
              <a:pathLst>
                <a:path extrusionOk="0" h="581231" w="379877">
                  <a:moveTo>
                    <a:pt x="379877" y="74305"/>
                  </a:moveTo>
                  <a:lnTo>
                    <a:pt x="379877" y="407367"/>
                  </a:lnTo>
                  <a:cubicBezTo>
                    <a:pt x="379877" y="453474"/>
                    <a:pt x="355717" y="496210"/>
                    <a:pt x="316211" y="519984"/>
                  </a:cubicBezTo>
                  <a:lnTo>
                    <a:pt x="253604" y="557659"/>
                  </a:lnTo>
                  <a:cubicBezTo>
                    <a:pt x="214433" y="581231"/>
                    <a:pt x="165444" y="581231"/>
                    <a:pt x="126273" y="557659"/>
                  </a:cubicBezTo>
                  <a:lnTo>
                    <a:pt x="63666" y="519984"/>
                  </a:lnTo>
                  <a:cubicBezTo>
                    <a:pt x="24160" y="496210"/>
                    <a:pt x="0" y="453474"/>
                    <a:pt x="0" y="407367"/>
                  </a:cubicBezTo>
                  <a:lnTo>
                    <a:pt x="0" y="74305"/>
                  </a:lnTo>
                  <a:cubicBezTo>
                    <a:pt x="0" y="54598"/>
                    <a:pt x="7828" y="35698"/>
                    <a:pt x="21763" y="21763"/>
                  </a:cubicBezTo>
                  <a:cubicBezTo>
                    <a:pt x="35698" y="7828"/>
                    <a:pt x="54598" y="0"/>
                    <a:pt x="74305" y="0"/>
                  </a:cubicBezTo>
                  <a:lnTo>
                    <a:pt x="305573" y="0"/>
                  </a:lnTo>
                  <a:cubicBezTo>
                    <a:pt x="346610" y="0"/>
                    <a:pt x="379877" y="33267"/>
                    <a:pt x="379877" y="74305"/>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9"/>
            <p:cNvSpPr txBox="1"/>
            <p:nvPr/>
          </p:nvSpPr>
          <p:spPr>
            <a:xfrm>
              <a:off x="0" y="-38100"/>
              <a:ext cx="379877" cy="519771"/>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0" name="Google Shape;290;p9"/>
          <p:cNvGrpSpPr/>
          <p:nvPr/>
        </p:nvGrpSpPr>
        <p:grpSpPr>
          <a:xfrm>
            <a:off x="11952043" y="3628259"/>
            <a:ext cx="2279194" cy="3715876"/>
            <a:chOff x="0" y="-38100"/>
            <a:chExt cx="379877" cy="619331"/>
          </a:xfrm>
        </p:grpSpPr>
        <p:sp>
          <p:nvSpPr>
            <p:cNvPr id="291" name="Google Shape;291;p9"/>
            <p:cNvSpPr/>
            <p:nvPr/>
          </p:nvSpPr>
          <p:spPr>
            <a:xfrm>
              <a:off x="0" y="0"/>
              <a:ext cx="379877" cy="581231"/>
            </a:xfrm>
            <a:custGeom>
              <a:rect b="b" l="l" r="r" t="t"/>
              <a:pathLst>
                <a:path extrusionOk="0" h="581231" w="379877">
                  <a:moveTo>
                    <a:pt x="379877" y="74305"/>
                  </a:moveTo>
                  <a:lnTo>
                    <a:pt x="379877" y="407367"/>
                  </a:lnTo>
                  <a:cubicBezTo>
                    <a:pt x="379877" y="453474"/>
                    <a:pt x="355717" y="496210"/>
                    <a:pt x="316211" y="519984"/>
                  </a:cubicBezTo>
                  <a:lnTo>
                    <a:pt x="253604" y="557659"/>
                  </a:lnTo>
                  <a:cubicBezTo>
                    <a:pt x="214433" y="581231"/>
                    <a:pt x="165444" y="581231"/>
                    <a:pt x="126273" y="557659"/>
                  </a:cubicBezTo>
                  <a:lnTo>
                    <a:pt x="63666" y="519984"/>
                  </a:lnTo>
                  <a:cubicBezTo>
                    <a:pt x="24160" y="496210"/>
                    <a:pt x="0" y="453474"/>
                    <a:pt x="0" y="407367"/>
                  </a:cubicBezTo>
                  <a:lnTo>
                    <a:pt x="0" y="74305"/>
                  </a:lnTo>
                  <a:cubicBezTo>
                    <a:pt x="0" y="54598"/>
                    <a:pt x="7828" y="35698"/>
                    <a:pt x="21763" y="21763"/>
                  </a:cubicBezTo>
                  <a:cubicBezTo>
                    <a:pt x="35698" y="7828"/>
                    <a:pt x="54598" y="0"/>
                    <a:pt x="74305" y="0"/>
                  </a:cubicBezTo>
                  <a:lnTo>
                    <a:pt x="305573" y="0"/>
                  </a:lnTo>
                  <a:cubicBezTo>
                    <a:pt x="346610" y="0"/>
                    <a:pt x="379877" y="33267"/>
                    <a:pt x="379877" y="74305"/>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9"/>
            <p:cNvSpPr txBox="1"/>
            <p:nvPr/>
          </p:nvSpPr>
          <p:spPr>
            <a:xfrm>
              <a:off x="0" y="-38100"/>
              <a:ext cx="379877" cy="519771"/>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3" name="Google Shape;293;p9"/>
          <p:cNvGrpSpPr/>
          <p:nvPr/>
        </p:nvGrpSpPr>
        <p:grpSpPr>
          <a:xfrm>
            <a:off x="14667066" y="3628259"/>
            <a:ext cx="2279194" cy="3715876"/>
            <a:chOff x="0" y="-38100"/>
            <a:chExt cx="379877" cy="619331"/>
          </a:xfrm>
        </p:grpSpPr>
        <p:sp>
          <p:nvSpPr>
            <p:cNvPr id="294" name="Google Shape;294;p9"/>
            <p:cNvSpPr/>
            <p:nvPr/>
          </p:nvSpPr>
          <p:spPr>
            <a:xfrm>
              <a:off x="0" y="0"/>
              <a:ext cx="379877" cy="581231"/>
            </a:xfrm>
            <a:custGeom>
              <a:rect b="b" l="l" r="r" t="t"/>
              <a:pathLst>
                <a:path extrusionOk="0" h="581231" w="379877">
                  <a:moveTo>
                    <a:pt x="379877" y="74305"/>
                  </a:moveTo>
                  <a:lnTo>
                    <a:pt x="379877" y="407367"/>
                  </a:lnTo>
                  <a:cubicBezTo>
                    <a:pt x="379877" y="453474"/>
                    <a:pt x="355717" y="496210"/>
                    <a:pt x="316211" y="519984"/>
                  </a:cubicBezTo>
                  <a:lnTo>
                    <a:pt x="253604" y="557659"/>
                  </a:lnTo>
                  <a:cubicBezTo>
                    <a:pt x="214433" y="581231"/>
                    <a:pt x="165444" y="581231"/>
                    <a:pt x="126273" y="557659"/>
                  </a:cubicBezTo>
                  <a:lnTo>
                    <a:pt x="63666" y="519984"/>
                  </a:lnTo>
                  <a:cubicBezTo>
                    <a:pt x="24160" y="496210"/>
                    <a:pt x="0" y="453474"/>
                    <a:pt x="0" y="407367"/>
                  </a:cubicBezTo>
                  <a:lnTo>
                    <a:pt x="0" y="74305"/>
                  </a:lnTo>
                  <a:cubicBezTo>
                    <a:pt x="0" y="54598"/>
                    <a:pt x="7828" y="35698"/>
                    <a:pt x="21763" y="21763"/>
                  </a:cubicBezTo>
                  <a:cubicBezTo>
                    <a:pt x="35698" y="7828"/>
                    <a:pt x="54598" y="0"/>
                    <a:pt x="74305" y="0"/>
                  </a:cubicBezTo>
                  <a:lnTo>
                    <a:pt x="305573" y="0"/>
                  </a:lnTo>
                  <a:cubicBezTo>
                    <a:pt x="346610" y="0"/>
                    <a:pt x="379877" y="33267"/>
                    <a:pt x="379877" y="74305"/>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9"/>
            <p:cNvSpPr txBox="1"/>
            <p:nvPr/>
          </p:nvSpPr>
          <p:spPr>
            <a:xfrm>
              <a:off x="0" y="-38100"/>
              <a:ext cx="379877" cy="519771"/>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6" name="Google Shape;296;p9"/>
          <p:cNvSpPr txBox="1"/>
          <p:nvPr/>
        </p:nvSpPr>
        <p:spPr>
          <a:xfrm>
            <a:off x="1322047" y="4849531"/>
            <a:ext cx="1790700" cy="902700"/>
          </a:xfrm>
          <a:prstGeom prst="rect">
            <a:avLst/>
          </a:prstGeom>
          <a:noFill/>
          <a:ln>
            <a:noFill/>
          </a:ln>
        </p:spPr>
        <p:txBody>
          <a:bodyPr anchorCtr="0" anchor="t" bIns="0" lIns="0" spcFirstLastPara="1" rIns="0" wrap="square" tIns="0">
            <a:spAutoFit/>
          </a:bodyPr>
          <a:lstStyle/>
          <a:p>
            <a:pPr indent="0" lvl="0" marL="0" marR="0" rtl="0" algn="ctr">
              <a:lnSpc>
                <a:spcPct val="147043"/>
              </a:lnSpc>
              <a:spcBef>
                <a:spcPts val="0"/>
              </a:spcBef>
              <a:spcAft>
                <a:spcPts val="0"/>
              </a:spcAft>
              <a:buNone/>
            </a:pPr>
            <a:r>
              <a:rPr b="0" i="0" lang="en-US" sz="1488" u="none" cap="none" strike="noStrike">
                <a:solidFill>
                  <a:srgbClr val="FFFFFF"/>
                </a:solidFill>
                <a:latin typeface="Inter"/>
                <a:ea typeface="Inter"/>
                <a:cs typeface="Inter"/>
                <a:sym typeface="Inter"/>
              </a:rPr>
              <a:t>Sprints cortos: permiten organizar el trabajo por ciclos </a:t>
            </a:r>
            <a:endParaRPr/>
          </a:p>
        </p:txBody>
      </p:sp>
      <p:sp>
        <p:nvSpPr>
          <p:cNvPr id="297" name="Google Shape;297;p9"/>
          <p:cNvSpPr txBox="1"/>
          <p:nvPr/>
        </p:nvSpPr>
        <p:spPr>
          <a:xfrm>
            <a:off x="4051220" y="4299131"/>
            <a:ext cx="1790700" cy="1576200"/>
          </a:xfrm>
          <a:prstGeom prst="rect">
            <a:avLst/>
          </a:prstGeom>
          <a:noFill/>
          <a:ln>
            <a:noFill/>
          </a:ln>
        </p:spPr>
        <p:txBody>
          <a:bodyPr anchorCtr="0" anchor="t" bIns="0" lIns="0" spcFirstLastPara="1" rIns="0" wrap="square" tIns="0">
            <a:spAutoFit/>
          </a:bodyPr>
          <a:lstStyle/>
          <a:p>
            <a:pPr indent="0" lvl="0" marL="0" marR="0" rtl="0" algn="ctr">
              <a:lnSpc>
                <a:spcPct val="121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147043"/>
              </a:lnSpc>
              <a:spcBef>
                <a:spcPts val="0"/>
              </a:spcBef>
              <a:spcAft>
                <a:spcPts val="0"/>
              </a:spcAft>
              <a:buNone/>
            </a:pPr>
            <a:r>
              <a:rPr b="0" i="0" lang="en-US" sz="1488" u="none" cap="none" strike="noStrike">
                <a:solidFill>
                  <a:srgbClr val="FFFFFF"/>
                </a:solidFill>
                <a:latin typeface="Inter"/>
                <a:ea typeface="Inter"/>
                <a:cs typeface="Inter"/>
                <a:sym typeface="Inter"/>
              </a:rPr>
              <a:t>Reuniones ágiles: que mejoran comunicación y control.</a:t>
            </a:r>
            <a:endParaRPr/>
          </a:p>
        </p:txBody>
      </p:sp>
      <p:sp>
        <p:nvSpPr>
          <p:cNvPr id="298" name="Google Shape;298;p9"/>
          <p:cNvSpPr txBox="1"/>
          <p:nvPr/>
        </p:nvSpPr>
        <p:spPr>
          <a:xfrm>
            <a:off x="6752093" y="4299131"/>
            <a:ext cx="1790700" cy="1638198"/>
          </a:xfrm>
          <a:prstGeom prst="rect">
            <a:avLst/>
          </a:prstGeom>
          <a:noFill/>
          <a:ln>
            <a:noFill/>
          </a:ln>
        </p:spPr>
        <p:txBody>
          <a:bodyPr anchorCtr="0" anchor="t" bIns="0" lIns="0" spcFirstLastPara="1" rIns="0" wrap="square" tIns="0">
            <a:spAutoFit/>
          </a:bodyPr>
          <a:lstStyle/>
          <a:p>
            <a:pPr indent="0" lvl="0" marL="0" marR="0" rtl="0" algn="ctr">
              <a:lnSpc>
                <a:spcPct val="147043"/>
              </a:lnSpc>
              <a:spcBef>
                <a:spcPts val="0"/>
              </a:spcBef>
              <a:spcAft>
                <a:spcPts val="0"/>
              </a:spcAft>
              <a:buNone/>
            </a:pPr>
            <a:r>
              <a:rPr b="0" i="0" lang="en-US" sz="1488" u="none" cap="none" strike="noStrike">
                <a:solidFill>
                  <a:srgbClr val="FFFFFF"/>
                </a:solidFill>
                <a:latin typeface="Inter"/>
                <a:ea typeface="Inter"/>
                <a:cs typeface="Inter"/>
                <a:sym typeface="Inter"/>
              </a:rPr>
              <a:t>Entregas funcionales: al final de cada sprint aseguran avances visibles.</a:t>
            </a:r>
            <a:endParaRPr/>
          </a:p>
          <a:p>
            <a:pPr indent="0" lvl="0" marL="0" marR="0" rtl="0" algn="ctr">
              <a:lnSpc>
                <a:spcPct val="147043"/>
              </a:lnSpc>
              <a:spcBef>
                <a:spcPts val="0"/>
              </a:spcBef>
              <a:spcAft>
                <a:spcPts val="0"/>
              </a:spcAft>
              <a:buNone/>
            </a:pPr>
            <a:r>
              <a:t/>
            </a:r>
            <a:endParaRPr b="0" i="0" sz="1488" u="none" cap="none" strike="noStrike">
              <a:solidFill>
                <a:srgbClr val="FFFFFF"/>
              </a:solidFill>
              <a:latin typeface="Inter"/>
              <a:ea typeface="Inter"/>
              <a:cs typeface="Inter"/>
              <a:sym typeface="Inter"/>
            </a:endParaRPr>
          </a:p>
        </p:txBody>
      </p:sp>
      <p:sp>
        <p:nvSpPr>
          <p:cNvPr id="299" name="Google Shape;299;p9"/>
          <p:cNvSpPr txBox="1"/>
          <p:nvPr/>
        </p:nvSpPr>
        <p:spPr>
          <a:xfrm>
            <a:off x="9467115" y="4299131"/>
            <a:ext cx="1790700" cy="1087817"/>
          </a:xfrm>
          <a:prstGeom prst="rect">
            <a:avLst/>
          </a:prstGeom>
          <a:noFill/>
          <a:ln>
            <a:noFill/>
          </a:ln>
        </p:spPr>
        <p:txBody>
          <a:bodyPr anchorCtr="0" anchor="t" bIns="0" lIns="0" spcFirstLastPara="1" rIns="0" wrap="square" tIns="0">
            <a:spAutoFit/>
          </a:bodyPr>
          <a:lstStyle/>
          <a:p>
            <a:pPr indent="0" lvl="0" marL="0" marR="0" rtl="0" algn="ctr">
              <a:lnSpc>
                <a:spcPct val="147043"/>
              </a:lnSpc>
              <a:spcBef>
                <a:spcPts val="0"/>
              </a:spcBef>
              <a:spcAft>
                <a:spcPts val="0"/>
              </a:spcAft>
              <a:buNone/>
            </a:pPr>
            <a:r>
              <a:rPr b="0" i="0" lang="en-US" sz="1488" u="none" cap="none" strike="noStrike">
                <a:solidFill>
                  <a:srgbClr val="FFFFFF"/>
                </a:solidFill>
                <a:latin typeface="Inter"/>
                <a:ea typeface="Inter"/>
                <a:cs typeface="Inter"/>
                <a:sym typeface="Inter"/>
              </a:rPr>
              <a:t>Roles claros: Product Owner, Scrum Master y Equipo bien definidos.</a:t>
            </a:r>
            <a:endParaRPr/>
          </a:p>
        </p:txBody>
      </p:sp>
      <p:sp>
        <p:nvSpPr>
          <p:cNvPr id="300" name="Google Shape;300;p9"/>
          <p:cNvSpPr txBox="1"/>
          <p:nvPr/>
        </p:nvSpPr>
        <p:spPr>
          <a:xfrm>
            <a:off x="12182138" y="4299131"/>
            <a:ext cx="1790700" cy="1363007"/>
          </a:xfrm>
          <a:prstGeom prst="rect">
            <a:avLst/>
          </a:prstGeom>
          <a:noFill/>
          <a:ln>
            <a:noFill/>
          </a:ln>
        </p:spPr>
        <p:txBody>
          <a:bodyPr anchorCtr="0" anchor="t" bIns="0" lIns="0" spcFirstLastPara="1" rIns="0" wrap="square" tIns="0">
            <a:spAutoFit/>
          </a:bodyPr>
          <a:lstStyle/>
          <a:p>
            <a:pPr indent="0" lvl="0" marL="0" marR="0" rtl="0" algn="ctr">
              <a:lnSpc>
                <a:spcPct val="147043"/>
              </a:lnSpc>
              <a:spcBef>
                <a:spcPts val="0"/>
              </a:spcBef>
              <a:spcAft>
                <a:spcPts val="0"/>
              </a:spcAft>
              <a:buNone/>
            </a:pPr>
            <a:r>
              <a:rPr b="0" i="0" lang="en-US" sz="1488" u="none" cap="none" strike="noStrike">
                <a:solidFill>
                  <a:srgbClr val="FFFFFF"/>
                </a:solidFill>
                <a:latin typeface="Inter"/>
                <a:ea typeface="Inter"/>
                <a:cs typeface="Inter"/>
                <a:sym typeface="Inter"/>
              </a:rPr>
              <a:t>Ideal para proyectos cortos: enfoque incremental y mejora continua.</a:t>
            </a:r>
            <a:endParaRPr/>
          </a:p>
          <a:p>
            <a:pPr indent="0" lvl="0" marL="0" marR="0" rtl="0" algn="ctr">
              <a:lnSpc>
                <a:spcPct val="147043"/>
              </a:lnSpc>
              <a:spcBef>
                <a:spcPts val="0"/>
              </a:spcBef>
              <a:spcAft>
                <a:spcPts val="0"/>
              </a:spcAft>
              <a:buNone/>
            </a:pPr>
            <a:r>
              <a:t/>
            </a:r>
            <a:endParaRPr b="0" i="0" sz="1488" u="none" cap="none" strike="noStrike">
              <a:solidFill>
                <a:srgbClr val="FFFFFF"/>
              </a:solidFill>
              <a:latin typeface="Inter"/>
              <a:ea typeface="Inter"/>
              <a:cs typeface="Inter"/>
              <a:sym typeface="Inter"/>
            </a:endParaRPr>
          </a:p>
        </p:txBody>
      </p:sp>
      <p:sp>
        <p:nvSpPr>
          <p:cNvPr id="301" name="Google Shape;301;p9"/>
          <p:cNvSpPr txBox="1"/>
          <p:nvPr/>
        </p:nvSpPr>
        <p:spPr>
          <a:xfrm>
            <a:off x="14897160" y="4299131"/>
            <a:ext cx="1790700" cy="1363007"/>
          </a:xfrm>
          <a:prstGeom prst="rect">
            <a:avLst/>
          </a:prstGeom>
          <a:noFill/>
          <a:ln>
            <a:noFill/>
          </a:ln>
        </p:spPr>
        <p:txBody>
          <a:bodyPr anchorCtr="0" anchor="t" bIns="0" lIns="0" spcFirstLastPara="1" rIns="0" wrap="square" tIns="0">
            <a:spAutoFit/>
          </a:bodyPr>
          <a:lstStyle/>
          <a:p>
            <a:pPr indent="0" lvl="0" marL="0" marR="0" rtl="0" algn="ctr">
              <a:lnSpc>
                <a:spcPct val="147043"/>
              </a:lnSpc>
              <a:spcBef>
                <a:spcPts val="0"/>
              </a:spcBef>
              <a:spcAft>
                <a:spcPts val="0"/>
              </a:spcAft>
              <a:buNone/>
            </a:pPr>
            <a:r>
              <a:rPr b="0" i="0" lang="en-US" sz="1488" u="none" cap="none" strike="noStrike">
                <a:solidFill>
                  <a:srgbClr val="FFFFFF"/>
                </a:solidFill>
                <a:latin typeface="Inter"/>
                <a:ea typeface="Inter"/>
                <a:cs typeface="Inter"/>
                <a:sym typeface="Inter"/>
              </a:rPr>
              <a:t>Flexibilidad para adaptarse a cambios o mejoras durante el desarrollo.</a:t>
            </a:r>
            <a:endParaRPr/>
          </a:p>
          <a:p>
            <a:pPr indent="0" lvl="0" marL="0" marR="0" rtl="0" algn="ctr">
              <a:lnSpc>
                <a:spcPct val="147043"/>
              </a:lnSpc>
              <a:spcBef>
                <a:spcPts val="0"/>
              </a:spcBef>
              <a:spcAft>
                <a:spcPts val="0"/>
              </a:spcAft>
              <a:buNone/>
            </a:pPr>
            <a:r>
              <a:t/>
            </a:r>
            <a:endParaRPr b="0" i="0" sz="1488" u="none" cap="none" strike="noStrike">
              <a:solidFill>
                <a:srgbClr val="FFFFFF"/>
              </a:solidFill>
              <a:latin typeface="Inter"/>
              <a:ea typeface="Inter"/>
              <a:cs typeface="Inter"/>
              <a:sym typeface="Inter"/>
            </a:endParaRPr>
          </a:p>
        </p:txBody>
      </p:sp>
      <p:grpSp>
        <p:nvGrpSpPr>
          <p:cNvPr id="302" name="Google Shape;302;p9"/>
          <p:cNvGrpSpPr/>
          <p:nvPr/>
        </p:nvGrpSpPr>
        <p:grpSpPr>
          <a:xfrm rot="5400000">
            <a:off x="7152352" y="-3866834"/>
            <a:ext cx="4127957" cy="8629639"/>
            <a:chOff x="0" y="-38100"/>
            <a:chExt cx="1087198" cy="2272827"/>
          </a:xfrm>
        </p:grpSpPr>
        <p:sp>
          <p:nvSpPr>
            <p:cNvPr id="303" name="Google Shape;303;p9"/>
            <p:cNvSpPr/>
            <p:nvPr/>
          </p:nvSpPr>
          <p:spPr>
            <a:xfrm>
              <a:off x="0" y="0"/>
              <a:ext cx="1087198" cy="2234727"/>
            </a:xfrm>
            <a:custGeom>
              <a:rect b="b" l="l" r="r" t="t"/>
              <a:pathLst>
                <a:path extrusionOk="0" h="2234727" w="1087198">
                  <a:moveTo>
                    <a:pt x="52514" y="0"/>
                  </a:moveTo>
                  <a:lnTo>
                    <a:pt x="1034685" y="0"/>
                  </a:lnTo>
                  <a:cubicBezTo>
                    <a:pt x="1063687" y="0"/>
                    <a:pt x="1087198" y="23511"/>
                    <a:pt x="1087198" y="52514"/>
                  </a:cubicBezTo>
                  <a:lnTo>
                    <a:pt x="1087198" y="2182213"/>
                  </a:lnTo>
                  <a:cubicBezTo>
                    <a:pt x="1087198" y="2196141"/>
                    <a:pt x="1081666" y="2209497"/>
                    <a:pt x="1071818" y="2219346"/>
                  </a:cubicBezTo>
                  <a:cubicBezTo>
                    <a:pt x="1061969" y="2229194"/>
                    <a:pt x="1048612" y="2234727"/>
                    <a:pt x="1034685" y="2234727"/>
                  </a:cubicBezTo>
                  <a:lnTo>
                    <a:pt x="52514" y="2234727"/>
                  </a:lnTo>
                  <a:cubicBezTo>
                    <a:pt x="23511" y="2234727"/>
                    <a:pt x="0" y="2211215"/>
                    <a:pt x="0" y="2182213"/>
                  </a:cubicBezTo>
                  <a:lnTo>
                    <a:pt x="0" y="52514"/>
                  </a:lnTo>
                  <a:cubicBezTo>
                    <a:pt x="0" y="23511"/>
                    <a:pt x="23511" y="0"/>
                    <a:pt x="52514" y="0"/>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9"/>
            <p:cNvSpPr txBox="1"/>
            <p:nvPr/>
          </p:nvSpPr>
          <p:spPr>
            <a:xfrm>
              <a:off x="0" y="-38100"/>
              <a:ext cx="1087198" cy="2272827"/>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5" name="Google Shape;305;p9"/>
          <p:cNvSpPr txBox="1"/>
          <p:nvPr/>
        </p:nvSpPr>
        <p:spPr>
          <a:xfrm>
            <a:off x="5313600" y="419410"/>
            <a:ext cx="7660800" cy="1190006"/>
          </a:xfrm>
          <a:prstGeom prst="rect">
            <a:avLst/>
          </a:prstGeom>
          <a:noFill/>
          <a:ln>
            <a:noFill/>
          </a:ln>
        </p:spPr>
        <p:txBody>
          <a:bodyPr anchorCtr="0" anchor="t" bIns="0" lIns="0" spcFirstLastPara="1" rIns="0" wrap="square" tIns="0">
            <a:spAutoFit/>
          </a:bodyPr>
          <a:lstStyle/>
          <a:p>
            <a:pPr indent="0" lvl="0" marL="0" marR="0" rtl="0" algn="ctr">
              <a:lnSpc>
                <a:spcPct val="124012"/>
              </a:lnSpc>
              <a:spcBef>
                <a:spcPts val="0"/>
              </a:spcBef>
              <a:spcAft>
                <a:spcPts val="0"/>
              </a:spcAft>
              <a:buNone/>
            </a:pPr>
            <a:r>
              <a:rPr b="1" i="0" lang="en-US" sz="7621" u="none" cap="none" strike="noStrike">
                <a:solidFill>
                  <a:srgbClr val="FFFFFF"/>
                </a:solidFill>
                <a:latin typeface="Arial"/>
                <a:ea typeface="Arial"/>
                <a:cs typeface="Arial"/>
                <a:sym typeface="Arial"/>
              </a:rPr>
              <a:t>METODOLOGIA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8663" l="0" r="0" t="0"/>
            </a:stretch>
          </a:blipFill>
          <a:ln>
            <a:noFill/>
          </a:ln>
        </p:spPr>
      </p:sp>
      <p:grpSp>
        <p:nvGrpSpPr>
          <p:cNvPr id="311" name="Google Shape;311;p10"/>
          <p:cNvGrpSpPr/>
          <p:nvPr/>
        </p:nvGrpSpPr>
        <p:grpSpPr>
          <a:xfrm rot="5400000">
            <a:off x="7080010" y="-4065957"/>
            <a:ext cx="4127982" cy="9193529"/>
            <a:chOff x="0" y="-38100"/>
            <a:chExt cx="1087198" cy="2421325"/>
          </a:xfrm>
        </p:grpSpPr>
        <p:sp>
          <p:nvSpPr>
            <p:cNvPr id="312" name="Google Shape;312;p10"/>
            <p:cNvSpPr/>
            <p:nvPr/>
          </p:nvSpPr>
          <p:spPr>
            <a:xfrm>
              <a:off x="0" y="0"/>
              <a:ext cx="1087198" cy="2383224"/>
            </a:xfrm>
            <a:custGeom>
              <a:rect b="b" l="l" r="r" t="t"/>
              <a:pathLst>
                <a:path extrusionOk="0" h="2383224" w="1087198">
                  <a:moveTo>
                    <a:pt x="52514" y="0"/>
                  </a:moveTo>
                  <a:lnTo>
                    <a:pt x="1034685" y="0"/>
                  </a:lnTo>
                  <a:cubicBezTo>
                    <a:pt x="1063687" y="0"/>
                    <a:pt x="1087198" y="23511"/>
                    <a:pt x="1087198" y="52514"/>
                  </a:cubicBezTo>
                  <a:lnTo>
                    <a:pt x="1087198" y="2330711"/>
                  </a:lnTo>
                  <a:cubicBezTo>
                    <a:pt x="1087198" y="2344638"/>
                    <a:pt x="1081666" y="2357995"/>
                    <a:pt x="1071818" y="2367844"/>
                  </a:cubicBezTo>
                  <a:cubicBezTo>
                    <a:pt x="1061969" y="2377692"/>
                    <a:pt x="1048612" y="2383224"/>
                    <a:pt x="1034685" y="2383224"/>
                  </a:cubicBezTo>
                  <a:lnTo>
                    <a:pt x="52514" y="2383224"/>
                  </a:lnTo>
                  <a:cubicBezTo>
                    <a:pt x="38586" y="2383224"/>
                    <a:pt x="25229" y="2377692"/>
                    <a:pt x="15381" y="2367844"/>
                  </a:cubicBezTo>
                  <a:cubicBezTo>
                    <a:pt x="5533" y="2357995"/>
                    <a:pt x="0" y="2344638"/>
                    <a:pt x="0" y="2330711"/>
                  </a:cubicBezTo>
                  <a:lnTo>
                    <a:pt x="0" y="52514"/>
                  </a:lnTo>
                  <a:cubicBezTo>
                    <a:pt x="0" y="23511"/>
                    <a:pt x="23511" y="0"/>
                    <a:pt x="52514" y="0"/>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0"/>
            <p:cNvSpPr txBox="1"/>
            <p:nvPr/>
          </p:nvSpPr>
          <p:spPr>
            <a:xfrm>
              <a:off x="0" y="-38100"/>
              <a:ext cx="1087198" cy="2421325"/>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4" name="Google Shape;314;p10"/>
          <p:cNvSpPr/>
          <p:nvPr/>
        </p:nvSpPr>
        <p:spPr>
          <a:xfrm>
            <a:off x="3021909" y="2761703"/>
            <a:ext cx="12244182" cy="6627163"/>
          </a:xfrm>
          <a:custGeom>
            <a:rect b="b" l="l" r="r" t="t"/>
            <a:pathLst>
              <a:path extrusionOk="0" h="6627163" w="12244182">
                <a:moveTo>
                  <a:pt x="0" y="0"/>
                </a:moveTo>
                <a:lnTo>
                  <a:pt x="12244182" y="0"/>
                </a:lnTo>
                <a:lnTo>
                  <a:pt x="12244182" y="6627164"/>
                </a:lnTo>
                <a:lnTo>
                  <a:pt x="0" y="6627164"/>
                </a:lnTo>
                <a:lnTo>
                  <a:pt x="0" y="0"/>
                </a:lnTo>
                <a:close/>
              </a:path>
            </a:pathLst>
          </a:custGeom>
          <a:blipFill rotWithShape="1">
            <a:blip r:embed="rId4">
              <a:alphaModFix/>
            </a:blip>
            <a:stretch>
              <a:fillRect b="0" l="0" r="0" t="0"/>
            </a:stretch>
          </a:blipFill>
          <a:ln>
            <a:noFill/>
          </a:ln>
        </p:spPr>
      </p:sp>
      <p:sp>
        <p:nvSpPr>
          <p:cNvPr id="315" name="Google Shape;315;p10"/>
          <p:cNvSpPr txBox="1"/>
          <p:nvPr/>
        </p:nvSpPr>
        <p:spPr>
          <a:xfrm>
            <a:off x="6164540" y="-28575"/>
            <a:ext cx="5958920" cy="3590306"/>
          </a:xfrm>
          <a:prstGeom prst="rect">
            <a:avLst/>
          </a:prstGeom>
          <a:noFill/>
          <a:ln>
            <a:noFill/>
          </a:ln>
        </p:spPr>
        <p:txBody>
          <a:bodyPr anchorCtr="0" anchor="t" bIns="0" lIns="0" spcFirstLastPara="1" rIns="0" wrap="square" tIns="0">
            <a:spAutoFit/>
          </a:bodyPr>
          <a:lstStyle/>
          <a:p>
            <a:pPr indent="0" lvl="0" marL="0" marR="0" rtl="0" algn="ctr">
              <a:lnSpc>
                <a:spcPct val="124012"/>
              </a:lnSpc>
              <a:spcBef>
                <a:spcPts val="0"/>
              </a:spcBef>
              <a:spcAft>
                <a:spcPts val="0"/>
              </a:spcAft>
              <a:buNone/>
            </a:pPr>
            <a:r>
              <a:rPr b="1" i="0" lang="en-US" sz="7621" u="none" cap="none" strike="noStrike">
                <a:solidFill>
                  <a:srgbClr val="FFFFFF"/>
                </a:solidFill>
                <a:latin typeface="Arial"/>
                <a:ea typeface="Arial"/>
                <a:cs typeface="Arial"/>
                <a:sym typeface="Arial"/>
              </a:rPr>
              <a:t>PLAN DE TRABAJO</a:t>
            </a:r>
            <a:endParaRPr/>
          </a:p>
          <a:p>
            <a:pPr indent="0" lvl="0" marL="0" marR="0" rtl="0" algn="ctr">
              <a:lnSpc>
                <a:spcPct val="124012"/>
              </a:lnSpc>
              <a:spcBef>
                <a:spcPts val="0"/>
              </a:spcBef>
              <a:spcAft>
                <a:spcPts val="0"/>
              </a:spcAft>
              <a:buNone/>
            </a:pPr>
            <a:r>
              <a:t/>
            </a:r>
            <a:endParaRPr b="1" i="0" sz="7621" u="none" cap="none" strike="noStrike">
              <a:solidFill>
                <a:srgbClr val="FFFFFF"/>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1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8663" l="0" r="0" t="0"/>
            </a:stretch>
          </a:blipFill>
          <a:ln>
            <a:noFill/>
          </a:ln>
        </p:spPr>
      </p:sp>
      <p:grpSp>
        <p:nvGrpSpPr>
          <p:cNvPr id="321" name="Google Shape;321;p11"/>
          <p:cNvGrpSpPr/>
          <p:nvPr/>
        </p:nvGrpSpPr>
        <p:grpSpPr>
          <a:xfrm rot="5400000">
            <a:off x="5396032" y="-2864219"/>
            <a:ext cx="7640596" cy="20883726"/>
            <a:chOff x="0" y="-38100"/>
            <a:chExt cx="2012338" cy="5500241"/>
          </a:xfrm>
        </p:grpSpPr>
        <p:sp>
          <p:nvSpPr>
            <p:cNvPr id="322" name="Google Shape;322;p11"/>
            <p:cNvSpPr/>
            <p:nvPr/>
          </p:nvSpPr>
          <p:spPr>
            <a:xfrm>
              <a:off x="0" y="0"/>
              <a:ext cx="2012338" cy="5462141"/>
            </a:xfrm>
            <a:custGeom>
              <a:rect b="b" l="l" r="r" t="t"/>
              <a:pathLst>
                <a:path extrusionOk="0" h="5462141" w="2012338">
                  <a:moveTo>
                    <a:pt x="28371" y="0"/>
                  </a:moveTo>
                  <a:lnTo>
                    <a:pt x="1983967" y="0"/>
                  </a:lnTo>
                  <a:cubicBezTo>
                    <a:pt x="1999636" y="0"/>
                    <a:pt x="2012338" y="12702"/>
                    <a:pt x="2012338" y="28371"/>
                  </a:cubicBezTo>
                  <a:lnTo>
                    <a:pt x="2012338" y="5433769"/>
                  </a:lnTo>
                  <a:cubicBezTo>
                    <a:pt x="2012338" y="5449438"/>
                    <a:pt x="1999636" y="5462141"/>
                    <a:pt x="1983967" y="5462141"/>
                  </a:cubicBezTo>
                  <a:lnTo>
                    <a:pt x="28371" y="5462141"/>
                  </a:lnTo>
                  <a:cubicBezTo>
                    <a:pt x="12702" y="5462141"/>
                    <a:pt x="0" y="5449438"/>
                    <a:pt x="0" y="5433769"/>
                  </a:cubicBezTo>
                  <a:lnTo>
                    <a:pt x="0" y="28371"/>
                  </a:lnTo>
                  <a:cubicBezTo>
                    <a:pt x="0" y="12702"/>
                    <a:pt x="12702" y="0"/>
                    <a:pt x="28371" y="0"/>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1"/>
            <p:cNvSpPr txBox="1"/>
            <p:nvPr/>
          </p:nvSpPr>
          <p:spPr>
            <a:xfrm>
              <a:off x="0" y="-38100"/>
              <a:ext cx="2012338" cy="5500241"/>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24" name="Google Shape;324;p11"/>
          <p:cNvGrpSpPr/>
          <p:nvPr/>
        </p:nvGrpSpPr>
        <p:grpSpPr>
          <a:xfrm rot="5400000">
            <a:off x="3655437" y="-4471028"/>
            <a:ext cx="4520007" cy="9773481"/>
            <a:chOff x="0" y="-38100"/>
            <a:chExt cx="1190455" cy="2574086"/>
          </a:xfrm>
        </p:grpSpPr>
        <p:sp>
          <p:nvSpPr>
            <p:cNvPr id="325" name="Google Shape;325;p11"/>
            <p:cNvSpPr/>
            <p:nvPr/>
          </p:nvSpPr>
          <p:spPr>
            <a:xfrm>
              <a:off x="0" y="0"/>
              <a:ext cx="1190455" cy="2535986"/>
            </a:xfrm>
            <a:custGeom>
              <a:rect b="b" l="l" r="r" t="t"/>
              <a:pathLst>
                <a:path extrusionOk="0" h="2535986" w="1190455">
                  <a:moveTo>
                    <a:pt x="47959" y="0"/>
                  </a:moveTo>
                  <a:lnTo>
                    <a:pt x="1142496" y="0"/>
                  </a:lnTo>
                  <a:cubicBezTo>
                    <a:pt x="1155215" y="0"/>
                    <a:pt x="1167414" y="5053"/>
                    <a:pt x="1176408" y="14047"/>
                  </a:cubicBezTo>
                  <a:cubicBezTo>
                    <a:pt x="1185402" y="23041"/>
                    <a:pt x="1190455" y="35239"/>
                    <a:pt x="1190455" y="47959"/>
                  </a:cubicBezTo>
                  <a:lnTo>
                    <a:pt x="1190455" y="2488027"/>
                  </a:lnTo>
                  <a:cubicBezTo>
                    <a:pt x="1190455" y="2500746"/>
                    <a:pt x="1185402" y="2512945"/>
                    <a:pt x="1176408" y="2521939"/>
                  </a:cubicBezTo>
                  <a:cubicBezTo>
                    <a:pt x="1167414" y="2530933"/>
                    <a:pt x="1155215" y="2535986"/>
                    <a:pt x="1142496" y="2535986"/>
                  </a:cubicBezTo>
                  <a:lnTo>
                    <a:pt x="47959" y="2535986"/>
                  </a:lnTo>
                  <a:cubicBezTo>
                    <a:pt x="35239" y="2535986"/>
                    <a:pt x="23041" y="2530933"/>
                    <a:pt x="14047" y="2521939"/>
                  </a:cubicBezTo>
                  <a:cubicBezTo>
                    <a:pt x="5053" y="2512945"/>
                    <a:pt x="0" y="2500746"/>
                    <a:pt x="0" y="2488027"/>
                  </a:cubicBezTo>
                  <a:lnTo>
                    <a:pt x="0" y="47959"/>
                  </a:lnTo>
                  <a:cubicBezTo>
                    <a:pt x="0" y="35239"/>
                    <a:pt x="5053" y="23041"/>
                    <a:pt x="14047" y="14047"/>
                  </a:cubicBezTo>
                  <a:cubicBezTo>
                    <a:pt x="23041" y="5053"/>
                    <a:pt x="35239" y="0"/>
                    <a:pt x="47959" y="0"/>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1"/>
            <p:cNvSpPr txBox="1"/>
            <p:nvPr/>
          </p:nvSpPr>
          <p:spPr>
            <a:xfrm>
              <a:off x="0" y="-38100"/>
              <a:ext cx="1190455" cy="2574086"/>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27" name="Google Shape;327;p11"/>
          <p:cNvSpPr/>
          <p:nvPr/>
        </p:nvSpPr>
        <p:spPr>
          <a:xfrm>
            <a:off x="2840032" y="2675716"/>
            <a:ext cx="12607935" cy="7512306"/>
          </a:xfrm>
          <a:custGeom>
            <a:rect b="b" l="l" r="r" t="t"/>
            <a:pathLst>
              <a:path extrusionOk="0" h="7512306" w="12607935">
                <a:moveTo>
                  <a:pt x="0" y="0"/>
                </a:moveTo>
                <a:lnTo>
                  <a:pt x="12607936" y="0"/>
                </a:lnTo>
                <a:lnTo>
                  <a:pt x="12607936" y="7512306"/>
                </a:lnTo>
                <a:lnTo>
                  <a:pt x="0" y="7512306"/>
                </a:lnTo>
                <a:lnTo>
                  <a:pt x="0" y="0"/>
                </a:lnTo>
                <a:close/>
              </a:path>
            </a:pathLst>
          </a:custGeom>
          <a:blipFill rotWithShape="1">
            <a:blip r:embed="rId4">
              <a:alphaModFix/>
            </a:blip>
            <a:stretch>
              <a:fillRect b="0" l="0" r="0" t="0"/>
            </a:stretch>
          </a:blipFill>
          <a:ln>
            <a:noFill/>
          </a:ln>
        </p:spPr>
      </p:sp>
      <p:sp>
        <p:nvSpPr>
          <p:cNvPr id="328" name="Google Shape;328;p11"/>
          <p:cNvSpPr txBox="1"/>
          <p:nvPr/>
        </p:nvSpPr>
        <p:spPr>
          <a:xfrm>
            <a:off x="1807287" y="71790"/>
            <a:ext cx="8071646" cy="2390156"/>
          </a:xfrm>
          <a:prstGeom prst="rect">
            <a:avLst/>
          </a:prstGeom>
          <a:noFill/>
          <a:ln>
            <a:noFill/>
          </a:ln>
        </p:spPr>
        <p:txBody>
          <a:bodyPr anchorCtr="0" anchor="t" bIns="0" lIns="0" spcFirstLastPara="1" rIns="0" wrap="square" tIns="0">
            <a:spAutoFit/>
          </a:bodyPr>
          <a:lstStyle/>
          <a:p>
            <a:pPr indent="0" lvl="0" marL="0" marR="0" rtl="0" algn="ctr">
              <a:lnSpc>
                <a:spcPct val="124012"/>
              </a:lnSpc>
              <a:spcBef>
                <a:spcPts val="0"/>
              </a:spcBef>
              <a:spcAft>
                <a:spcPts val="0"/>
              </a:spcAft>
              <a:buNone/>
            </a:pPr>
            <a:r>
              <a:rPr b="1" i="0" lang="en-US" sz="7621" u="none" cap="none" strike="noStrike">
                <a:solidFill>
                  <a:srgbClr val="FFFFFF"/>
                </a:solidFill>
                <a:latin typeface="Arial"/>
                <a:ea typeface="Arial"/>
                <a:cs typeface="Arial"/>
                <a:sym typeface="Arial"/>
              </a:rPr>
              <a:t>EVIDENCIAS Y JUSTIFICACIÓN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8663" l="0" r="0" t="0"/>
            </a:stretch>
          </a:blipFill>
          <a:ln>
            <a:noFill/>
          </a:ln>
        </p:spPr>
      </p:sp>
      <p:grpSp>
        <p:nvGrpSpPr>
          <p:cNvPr id="334" name="Google Shape;334;p12"/>
          <p:cNvGrpSpPr/>
          <p:nvPr/>
        </p:nvGrpSpPr>
        <p:grpSpPr>
          <a:xfrm rot="5400000">
            <a:off x="7675511" y="-584741"/>
            <a:ext cx="12199553" cy="11765812"/>
            <a:chOff x="0" y="-38100"/>
            <a:chExt cx="3213051" cy="3098815"/>
          </a:xfrm>
        </p:grpSpPr>
        <p:sp>
          <p:nvSpPr>
            <p:cNvPr id="335" name="Google Shape;335;p12"/>
            <p:cNvSpPr/>
            <p:nvPr/>
          </p:nvSpPr>
          <p:spPr>
            <a:xfrm>
              <a:off x="0" y="0"/>
              <a:ext cx="3213051" cy="3060715"/>
            </a:xfrm>
            <a:custGeom>
              <a:rect b="b" l="l" r="r" t="t"/>
              <a:pathLst>
                <a:path extrusionOk="0" h="3060715" w="3213051">
                  <a:moveTo>
                    <a:pt x="17769" y="0"/>
                  </a:moveTo>
                  <a:lnTo>
                    <a:pt x="3195282" y="0"/>
                  </a:lnTo>
                  <a:cubicBezTo>
                    <a:pt x="3199995" y="0"/>
                    <a:pt x="3204514" y="1872"/>
                    <a:pt x="3207847" y="5204"/>
                  </a:cubicBezTo>
                  <a:cubicBezTo>
                    <a:pt x="3211179" y="8537"/>
                    <a:pt x="3213051" y="13056"/>
                    <a:pt x="3213051" y="17769"/>
                  </a:cubicBezTo>
                  <a:lnTo>
                    <a:pt x="3213051" y="3042946"/>
                  </a:lnTo>
                  <a:cubicBezTo>
                    <a:pt x="3213051" y="3047658"/>
                    <a:pt x="3211179" y="3052178"/>
                    <a:pt x="3207847" y="3055510"/>
                  </a:cubicBezTo>
                  <a:cubicBezTo>
                    <a:pt x="3204514" y="3058843"/>
                    <a:pt x="3199995" y="3060715"/>
                    <a:pt x="3195282" y="3060715"/>
                  </a:cubicBezTo>
                  <a:lnTo>
                    <a:pt x="17769" y="3060715"/>
                  </a:lnTo>
                  <a:cubicBezTo>
                    <a:pt x="13056" y="3060715"/>
                    <a:pt x="8537" y="3058843"/>
                    <a:pt x="5204" y="3055510"/>
                  </a:cubicBezTo>
                  <a:cubicBezTo>
                    <a:pt x="1872" y="3052178"/>
                    <a:pt x="0" y="3047658"/>
                    <a:pt x="0" y="3042946"/>
                  </a:cubicBezTo>
                  <a:lnTo>
                    <a:pt x="0" y="17769"/>
                  </a:lnTo>
                  <a:cubicBezTo>
                    <a:pt x="0" y="13056"/>
                    <a:pt x="1872" y="8537"/>
                    <a:pt x="5204" y="5204"/>
                  </a:cubicBezTo>
                  <a:cubicBezTo>
                    <a:pt x="8537" y="1872"/>
                    <a:pt x="13056" y="0"/>
                    <a:pt x="17769" y="0"/>
                  </a:cubicBezTo>
                  <a:close/>
                </a:path>
              </a:pathLst>
            </a:custGeom>
            <a:solidFill>
              <a:srgbClr val="000A1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2"/>
            <p:cNvSpPr txBox="1"/>
            <p:nvPr/>
          </p:nvSpPr>
          <p:spPr>
            <a:xfrm>
              <a:off x="0" y="-38100"/>
              <a:ext cx="3213051" cy="3098815"/>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37" name="Google Shape;337;p12"/>
          <p:cNvGrpSpPr/>
          <p:nvPr/>
        </p:nvGrpSpPr>
        <p:grpSpPr>
          <a:xfrm>
            <a:off x="1237683" y="2186366"/>
            <a:ext cx="7751485" cy="6230190"/>
            <a:chOff x="0" y="0"/>
            <a:chExt cx="7467600" cy="6002020"/>
          </a:xfrm>
        </p:grpSpPr>
        <p:sp>
          <p:nvSpPr>
            <p:cNvPr id="338" name="Google Shape;338;p12"/>
            <p:cNvSpPr/>
            <p:nvPr/>
          </p:nvSpPr>
          <p:spPr>
            <a:xfrm>
              <a:off x="0" y="0"/>
              <a:ext cx="7467600" cy="4513580"/>
            </a:xfrm>
            <a:custGeom>
              <a:rect b="b" l="l" r="r" t="t"/>
              <a:pathLst>
                <a:path extrusionOk="0" h="4513580" w="7467600">
                  <a:moveTo>
                    <a:pt x="7127240" y="0"/>
                  </a:moveTo>
                  <a:lnTo>
                    <a:pt x="340360" y="0"/>
                  </a:lnTo>
                  <a:cubicBezTo>
                    <a:pt x="152400" y="0"/>
                    <a:pt x="0" y="152400"/>
                    <a:pt x="0" y="340360"/>
                  </a:cubicBezTo>
                  <a:lnTo>
                    <a:pt x="0" y="4513580"/>
                  </a:lnTo>
                  <a:lnTo>
                    <a:pt x="7467600" y="4513580"/>
                  </a:lnTo>
                  <a:lnTo>
                    <a:pt x="7467600" y="340360"/>
                  </a:lnTo>
                  <a:cubicBezTo>
                    <a:pt x="7467600" y="152400"/>
                    <a:pt x="7315200" y="0"/>
                    <a:pt x="7127240" y="0"/>
                  </a:cubicBezTo>
                  <a:close/>
                  <a:moveTo>
                    <a:pt x="7142480" y="4188460"/>
                  </a:moveTo>
                  <a:lnTo>
                    <a:pt x="314961" y="4188460"/>
                  </a:lnTo>
                  <a:lnTo>
                    <a:pt x="314961" y="353060"/>
                  </a:lnTo>
                  <a:lnTo>
                    <a:pt x="7142480" y="353060"/>
                  </a:lnTo>
                  <a:lnTo>
                    <a:pt x="7142480" y="4188460"/>
                  </a:lnTo>
                  <a:close/>
                </a:path>
              </a:pathLst>
            </a:custGeom>
            <a:solidFill>
              <a:srgbClr val="000A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2"/>
            <p:cNvSpPr/>
            <p:nvPr/>
          </p:nvSpPr>
          <p:spPr>
            <a:xfrm>
              <a:off x="0" y="4514850"/>
              <a:ext cx="7467600" cy="695960"/>
            </a:xfrm>
            <a:custGeom>
              <a:rect b="b" l="l" r="r" t="t"/>
              <a:pathLst>
                <a:path extrusionOk="0" h="695960" w="7467600">
                  <a:moveTo>
                    <a:pt x="0" y="355600"/>
                  </a:moveTo>
                  <a:cubicBezTo>
                    <a:pt x="0" y="543560"/>
                    <a:pt x="152400" y="695960"/>
                    <a:pt x="340360" y="695960"/>
                  </a:cubicBezTo>
                  <a:lnTo>
                    <a:pt x="7127240" y="695960"/>
                  </a:lnTo>
                  <a:cubicBezTo>
                    <a:pt x="7315200" y="695960"/>
                    <a:pt x="7467600" y="543560"/>
                    <a:pt x="7467600" y="355600"/>
                  </a:cubicBezTo>
                  <a:lnTo>
                    <a:pt x="7467600" y="0"/>
                  </a:lnTo>
                  <a:lnTo>
                    <a:pt x="0" y="0"/>
                  </a:lnTo>
                  <a:lnTo>
                    <a:pt x="0" y="35560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2"/>
            <p:cNvSpPr/>
            <p:nvPr/>
          </p:nvSpPr>
          <p:spPr>
            <a:xfrm>
              <a:off x="2429510" y="5210810"/>
              <a:ext cx="2606040" cy="791210"/>
            </a:xfrm>
            <a:custGeom>
              <a:rect b="b" l="l" r="r" t="t"/>
              <a:pathLst>
                <a:path extrusionOk="0" h="791210" w="2606040">
                  <a:moveTo>
                    <a:pt x="1258570" y="0"/>
                  </a:moveTo>
                  <a:lnTo>
                    <a:pt x="453390" y="0"/>
                  </a:lnTo>
                  <a:cubicBezTo>
                    <a:pt x="453390" y="0"/>
                    <a:pt x="429260" y="370840"/>
                    <a:pt x="403860" y="525780"/>
                  </a:cubicBezTo>
                  <a:cubicBezTo>
                    <a:pt x="359410" y="791210"/>
                    <a:pt x="87630" y="706120"/>
                    <a:pt x="10160" y="762000"/>
                  </a:cubicBezTo>
                  <a:cubicBezTo>
                    <a:pt x="0" y="769620"/>
                    <a:pt x="5080" y="786130"/>
                    <a:pt x="17780" y="786130"/>
                  </a:cubicBezTo>
                  <a:lnTo>
                    <a:pt x="2588260" y="786130"/>
                  </a:lnTo>
                  <a:cubicBezTo>
                    <a:pt x="2600960" y="786130"/>
                    <a:pt x="2606040" y="769620"/>
                    <a:pt x="2595880" y="762000"/>
                  </a:cubicBezTo>
                  <a:cubicBezTo>
                    <a:pt x="2518410" y="706120"/>
                    <a:pt x="2246630" y="791210"/>
                    <a:pt x="2202180" y="525780"/>
                  </a:cubicBezTo>
                  <a:cubicBezTo>
                    <a:pt x="2176780" y="370840"/>
                    <a:pt x="2152650" y="0"/>
                    <a:pt x="2152650" y="0"/>
                  </a:cubicBezTo>
                  <a:lnTo>
                    <a:pt x="1258570" y="0"/>
                  </a:lnTo>
                  <a:close/>
                </a:path>
              </a:pathLst>
            </a:custGeom>
            <a:solidFill>
              <a:srgbClr val="BBBB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2"/>
            <p:cNvSpPr/>
            <p:nvPr/>
          </p:nvSpPr>
          <p:spPr>
            <a:xfrm>
              <a:off x="314960" y="353060"/>
              <a:ext cx="6827520" cy="3835400"/>
            </a:xfrm>
            <a:custGeom>
              <a:rect b="b" l="l" r="r" t="t"/>
              <a:pathLst>
                <a:path extrusionOk="0" h="3835400" w="6827520">
                  <a:moveTo>
                    <a:pt x="0" y="0"/>
                  </a:moveTo>
                  <a:lnTo>
                    <a:pt x="6827520" y="0"/>
                  </a:lnTo>
                  <a:lnTo>
                    <a:pt x="6827520" y="3835400"/>
                  </a:lnTo>
                  <a:lnTo>
                    <a:pt x="0" y="3835400"/>
                  </a:lnTo>
                  <a:close/>
                </a:path>
              </a:pathLst>
            </a:custGeom>
            <a:blipFill rotWithShape="1">
              <a:blip r:embed="rId4">
                <a:alphaModFix/>
              </a:blip>
              <a:stretch>
                <a:fillRect b="-9335" l="0" r="0" t="-9335"/>
              </a:stretch>
            </a:blipFill>
            <a:ln>
              <a:noFill/>
            </a:ln>
          </p:spPr>
        </p:sp>
      </p:grpSp>
      <p:sp>
        <p:nvSpPr>
          <p:cNvPr id="342" name="Google Shape;342;p12"/>
          <p:cNvSpPr txBox="1"/>
          <p:nvPr/>
        </p:nvSpPr>
        <p:spPr>
          <a:xfrm>
            <a:off x="10066277" y="1194388"/>
            <a:ext cx="7273360" cy="1190019"/>
          </a:xfrm>
          <a:prstGeom prst="rect">
            <a:avLst/>
          </a:prstGeom>
          <a:noFill/>
          <a:ln>
            <a:noFill/>
          </a:ln>
        </p:spPr>
        <p:txBody>
          <a:bodyPr anchorCtr="0" anchor="t" bIns="0" lIns="0" spcFirstLastPara="1" rIns="0" wrap="square" tIns="0">
            <a:spAutoFit/>
          </a:bodyPr>
          <a:lstStyle/>
          <a:p>
            <a:pPr indent="0" lvl="0" marL="0" marR="0" rtl="0" algn="l">
              <a:lnSpc>
                <a:spcPct val="124012"/>
              </a:lnSpc>
              <a:spcBef>
                <a:spcPts val="0"/>
              </a:spcBef>
              <a:spcAft>
                <a:spcPts val="0"/>
              </a:spcAft>
              <a:buNone/>
            </a:pPr>
            <a:r>
              <a:rPr b="1" i="0" lang="en-US" sz="7621" u="none" cap="none" strike="noStrike">
                <a:solidFill>
                  <a:srgbClr val="FFFFFF"/>
                </a:solidFill>
                <a:latin typeface="Arial"/>
                <a:ea typeface="Arial"/>
                <a:cs typeface="Arial"/>
                <a:sym typeface="Arial"/>
              </a:rPr>
              <a:t>CONCLUSIÓN</a:t>
            </a:r>
            <a:endParaRPr/>
          </a:p>
        </p:txBody>
      </p:sp>
      <p:sp>
        <p:nvSpPr>
          <p:cNvPr id="343" name="Google Shape;343;p12"/>
          <p:cNvSpPr txBox="1"/>
          <p:nvPr/>
        </p:nvSpPr>
        <p:spPr>
          <a:xfrm>
            <a:off x="10066277" y="2624740"/>
            <a:ext cx="6959826" cy="4267771"/>
          </a:xfrm>
          <a:prstGeom prst="rect">
            <a:avLst/>
          </a:prstGeom>
          <a:noFill/>
          <a:ln>
            <a:noFill/>
          </a:ln>
        </p:spPr>
        <p:txBody>
          <a:bodyPr anchorCtr="0" anchor="t" bIns="0" lIns="0" spcFirstLastPara="1" rIns="0" wrap="square" tIns="0">
            <a:spAutoFit/>
          </a:bodyPr>
          <a:lstStyle/>
          <a:p>
            <a:pPr indent="0" lvl="0" marL="0" marR="0" rtl="0" algn="l">
              <a:lnSpc>
                <a:spcPct val="161005"/>
              </a:lnSpc>
              <a:spcBef>
                <a:spcPts val="0"/>
              </a:spcBef>
              <a:spcAft>
                <a:spcPts val="0"/>
              </a:spcAft>
              <a:buNone/>
            </a:pPr>
            <a:r>
              <a:rPr b="0" i="0" lang="en-US" sz="2367" u="none" cap="none" strike="noStrike">
                <a:solidFill>
                  <a:srgbClr val="FFFFFF"/>
                </a:solidFill>
                <a:latin typeface="Inter"/>
                <a:ea typeface="Inter"/>
                <a:cs typeface="Inter"/>
                <a:sym typeface="Inter"/>
              </a:rPr>
              <a:t>El proyecto </a:t>
            </a:r>
            <a:r>
              <a:rPr b="1" i="0" lang="en-US" sz="2367" u="none" cap="none" strike="noStrike">
                <a:solidFill>
                  <a:srgbClr val="FFFFFF"/>
                </a:solidFill>
                <a:latin typeface="Inter"/>
                <a:ea typeface="Inter"/>
                <a:cs typeface="Inter"/>
                <a:sym typeface="Inter"/>
              </a:rPr>
              <a:t>DataEasy</a:t>
            </a:r>
            <a:r>
              <a:rPr b="0" i="0" lang="en-US" sz="2367" u="none" cap="none" strike="noStrike">
                <a:solidFill>
                  <a:srgbClr val="FFFFFF"/>
                </a:solidFill>
                <a:latin typeface="Inter"/>
                <a:ea typeface="Inter"/>
                <a:cs typeface="Inter"/>
                <a:sym typeface="Inter"/>
              </a:rPr>
              <a:t> demuestra que es posible aplicar de manera práctica los conocimientos adquiridos durante la carrera en un sistema útil y funcional para las PYMEs. Su desarrollo integra competencias en programación, gestión de proyectos, diseño de bases de datos y validación de procesos, logrando una solución factible dentro del marco académico.</a:t>
            </a:r>
            <a:endParaRPr/>
          </a:p>
          <a:p>
            <a:pPr indent="0" lvl="0" marL="0" marR="0" rtl="0" algn="l">
              <a:lnSpc>
                <a:spcPct val="161005"/>
              </a:lnSpc>
              <a:spcBef>
                <a:spcPts val="0"/>
              </a:spcBef>
              <a:spcAft>
                <a:spcPts val="0"/>
              </a:spcAft>
              <a:buNone/>
            </a:pPr>
            <a:r>
              <a:t/>
            </a:r>
            <a:endParaRPr b="0" i="0" sz="2367" u="none" cap="none" strike="noStrike">
              <a:solidFill>
                <a:srgbClr val="FFFFFF"/>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1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8663" l="0" r="0" t="0"/>
            </a:stretch>
          </a:blipFill>
          <a:ln>
            <a:noFill/>
          </a:ln>
        </p:spPr>
      </p:sp>
      <p:grpSp>
        <p:nvGrpSpPr>
          <p:cNvPr id="349" name="Google Shape;349;p13"/>
          <p:cNvGrpSpPr/>
          <p:nvPr/>
        </p:nvGrpSpPr>
        <p:grpSpPr>
          <a:xfrm rot="2376901">
            <a:off x="6071992" y="-1690875"/>
            <a:ext cx="13552631" cy="21786912"/>
            <a:chOff x="0" y="-38100"/>
            <a:chExt cx="3569417" cy="5738117"/>
          </a:xfrm>
        </p:grpSpPr>
        <p:sp>
          <p:nvSpPr>
            <p:cNvPr id="350" name="Google Shape;350;p13"/>
            <p:cNvSpPr/>
            <p:nvPr/>
          </p:nvSpPr>
          <p:spPr>
            <a:xfrm>
              <a:off x="0" y="0"/>
              <a:ext cx="3569417" cy="5700017"/>
            </a:xfrm>
            <a:custGeom>
              <a:rect b="b" l="l" r="r" t="t"/>
              <a:pathLst>
                <a:path extrusionOk="0" h="5700017" w="3569417">
                  <a:moveTo>
                    <a:pt x="0" y="0"/>
                  </a:moveTo>
                  <a:lnTo>
                    <a:pt x="3569417" y="0"/>
                  </a:lnTo>
                  <a:lnTo>
                    <a:pt x="3569417" y="5700017"/>
                  </a:lnTo>
                  <a:lnTo>
                    <a:pt x="0" y="5700017"/>
                  </a:lnTo>
                  <a:close/>
                </a:path>
              </a:pathLst>
            </a:custGeom>
            <a:solidFill>
              <a:srgbClr val="000A1F">
                <a:alpha val="60000"/>
              </a:srgbClr>
            </a:solidFill>
            <a:ln>
              <a:noFill/>
            </a:ln>
          </p:spPr>
        </p:sp>
        <p:sp>
          <p:nvSpPr>
            <p:cNvPr id="351" name="Google Shape;351;p13"/>
            <p:cNvSpPr txBox="1"/>
            <p:nvPr/>
          </p:nvSpPr>
          <p:spPr>
            <a:xfrm>
              <a:off x="0" y="-38100"/>
              <a:ext cx="3569417" cy="5738117"/>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52" name="Google Shape;352;p13"/>
          <p:cNvGrpSpPr/>
          <p:nvPr/>
        </p:nvGrpSpPr>
        <p:grpSpPr>
          <a:xfrm>
            <a:off x="7489205" y="6598068"/>
            <a:ext cx="2745202" cy="576488"/>
            <a:chOff x="0" y="-38100"/>
            <a:chExt cx="2116682" cy="444500"/>
          </a:xfrm>
        </p:grpSpPr>
        <p:sp>
          <p:nvSpPr>
            <p:cNvPr id="353" name="Google Shape;353;p13"/>
            <p:cNvSpPr/>
            <p:nvPr/>
          </p:nvSpPr>
          <p:spPr>
            <a:xfrm>
              <a:off x="0" y="0"/>
              <a:ext cx="2116682" cy="406400"/>
            </a:xfrm>
            <a:custGeom>
              <a:rect b="b" l="l" r="r" t="t"/>
              <a:pathLst>
                <a:path extrusionOk="0" h="406400" w="2116682">
                  <a:moveTo>
                    <a:pt x="1913482" y="0"/>
                  </a:moveTo>
                  <a:cubicBezTo>
                    <a:pt x="2025706" y="0"/>
                    <a:pt x="2116682" y="90976"/>
                    <a:pt x="2116682" y="203200"/>
                  </a:cubicBezTo>
                  <a:cubicBezTo>
                    <a:pt x="2116682" y="315424"/>
                    <a:pt x="2025706" y="406400"/>
                    <a:pt x="1913482" y="406400"/>
                  </a:cubicBezTo>
                  <a:lnTo>
                    <a:pt x="203200" y="406400"/>
                  </a:lnTo>
                  <a:cubicBezTo>
                    <a:pt x="90976" y="406400"/>
                    <a:pt x="0" y="315424"/>
                    <a:pt x="0" y="203200"/>
                  </a:cubicBezTo>
                  <a:cubicBezTo>
                    <a:pt x="0" y="90976"/>
                    <a:pt x="90976" y="0"/>
                    <a:pt x="2032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3"/>
            <p:cNvSpPr txBox="1"/>
            <p:nvPr/>
          </p:nvSpPr>
          <p:spPr>
            <a:xfrm>
              <a:off x="0" y="-38100"/>
              <a:ext cx="2116682" cy="444500"/>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5" name="Google Shape;355;p13"/>
          <p:cNvSpPr/>
          <p:nvPr/>
        </p:nvSpPr>
        <p:spPr>
          <a:xfrm>
            <a:off x="8303237" y="1845815"/>
            <a:ext cx="1681525" cy="1791444"/>
          </a:xfrm>
          <a:custGeom>
            <a:rect b="b" l="l" r="r" t="t"/>
            <a:pathLst>
              <a:path extrusionOk="0" h="1791444" w="1681525">
                <a:moveTo>
                  <a:pt x="0" y="0"/>
                </a:moveTo>
                <a:lnTo>
                  <a:pt x="1681526" y="0"/>
                </a:lnTo>
                <a:lnTo>
                  <a:pt x="1681526" y="1791444"/>
                </a:lnTo>
                <a:lnTo>
                  <a:pt x="0" y="1791444"/>
                </a:lnTo>
                <a:lnTo>
                  <a:pt x="0" y="0"/>
                </a:lnTo>
                <a:close/>
              </a:path>
            </a:pathLst>
          </a:custGeom>
          <a:blipFill rotWithShape="1">
            <a:blip r:embed="rId4">
              <a:alphaModFix/>
            </a:blip>
            <a:stretch>
              <a:fillRect b="0" l="0" r="0" t="0"/>
            </a:stretch>
          </a:blipFill>
          <a:ln>
            <a:noFill/>
          </a:ln>
        </p:spPr>
      </p:sp>
      <p:sp>
        <p:nvSpPr>
          <p:cNvPr id="356" name="Google Shape;356;p13"/>
          <p:cNvSpPr txBox="1"/>
          <p:nvPr/>
        </p:nvSpPr>
        <p:spPr>
          <a:xfrm>
            <a:off x="3195769" y="3915744"/>
            <a:ext cx="11896462" cy="2398362"/>
          </a:xfrm>
          <a:prstGeom prst="rect">
            <a:avLst/>
          </a:prstGeom>
          <a:noFill/>
          <a:ln>
            <a:noFill/>
          </a:ln>
        </p:spPr>
        <p:txBody>
          <a:bodyPr anchorCtr="0" anchor="t" bIns="0" lIns="0" spcFirstLastPara="1" rIns="0" wrap="square" tIns="0">
            <a:spAutoFit/>
          </a:bodyPr>
          <a:lstStyle/>
          <a:p>
            <a:pPr indent="0" lvl="0" marL="0" marR="0" rtl="0" algn="ctr">
              <a:lnSpc>
                <a:spcPct val="124001"/>
              </a:lnSpc>
              <a:spcBef>
                <a:spcPts val="0"/>
              </a:spcBef>
              <a:spcAft>
                <a:spcPts val="0"/>
              </a:spcAft>
              <a:buNone/>
            </a:pPr>
            <a:r>
              <a:rPr b="1" i="0" lang="en-US" sz="15378" u="none" cap="none" strike="noStrike">
                <a:solidFill>
                  <a:srgbClr val="FFFFFF"/>
                </a:solidFill>
                <a:latin typeface="Arial"/>
                <a:ea typeface="Arial"/>
                <a:cs typeface="Arial"/>
                <a:sym typeface="Arial"/>
              </a:rPr>
              <a:t>GRACIAS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